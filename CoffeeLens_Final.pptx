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5"/>
    <p:sldMasterId id="2147483747" r:id="rId6"/>
    <p:sldMasterId id="2147483748" r:id="rId7"/>
    <p:sldMasterId id="214748374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Lst>
  <p:sldSz cy="5143500" cx="9144000"/>
  <p:notesSz cx="6858000" cy="9144000"/>
  <p:embeddedFontLst>
    <p:embeddedFont>
      <p:font typeface="Bebas Neue"/>
      <p:regular r:id="rId22"/>
    </p:embeddedFont>
    <p:embeddedFont>
      <p:font typeface="Taviraj SemiBold"/>
      <p:regular r:id="rId23"/>
      <p:bold r:id="rId24"/>
      <p:italic r:id="rId25"/>
      <p:boldItalic r:id="rId26"/>
    </p:embeddedFont>
    <p:embeddedFont>
      <p:font typeface="Open Sans"/>
      <p:regular r:id="rId27"/>
      <p:bold r:id="rId28"/>
      <p:italic r:id="rId29"/>
      <p:boldItalic r:id="rId30"/>
    </p:embeddedFont>
    <p:embeddedFont>
      <p:font typeface="Taviraj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04">
          <p15:clr>
            <a:srgbClr val="747775"/>
          </p15:clr>
        </p15:guide>
        <p15:guide id="2" pos="25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00C712-0DCE-4015-B967-95D2C5B71EA9}">
  <a:tblStyle styleId="{E300C712-0DCE-4015-B967-95D2C5B71EA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04" orient="horz"/>
        <p:guide pos="25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22" Type="http://schemas.openxmlformats.org/officeDocument/2006/relationships/font" Target="fonts/BebasNeue-regular.fntdata"/><Relationship Id="rId21" Type="http://schemas.openxmlformats.org/officeDocument/2006/relationships/slide" Target="slides/slide12.xml"/><Relationship Id="rId24" Type="http://schemas.openxmlformats.org/officeDocument/2006/relationships/font" Target="fonts/TavirajSemiBold-bold.fntdata"/><Relationship Id="rId23" Type="http://schemas.openxmlformats.org/officeDocument/2006/relationships/font" Target="fonts/TavirajSemiBold-regular.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font" Target="fonts/TavirajSemiBold-boldItalic.fntdata"/><Relationship Id="rId25" Type="http://schemas.openxmlformats.org/officeDocument/2006/relationships/font" Target="fonts/TavirajSemiBold-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OpenSans-italic.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TavirajMedium-regular.fntdata"/><Relationship Id="rId30" Type="http://schemas.openxmlformats.org/officeDocument/2006/relationships/font" Target="fonts/OpenSans-boldItalic.fntdata"/><Relationship Id="rId11" Type="http://schemas.openxmlformats.org/officeDocument/2006/relationships/slide" Target="slides/slide2.xml"/><Relationship Id="rId33" Type="http://schemas.openxmlformats.org/officeDocument/2006/relationships/font" Target="fonts/TavirajMedium-italic.fntdata"/><Relationship Id="rId10" Type="http://schemas.openxmlformats.org/officeDocument/2006/relationships/slide" Target="slides/slide1.xml"/><Relationship Id="rId32" Type="http://schemas.openxmlformats.org/officeDocument/2006/relationships/font" Target="fonts/TavirajMedium-bold.fntdata"/><Relationship Id="rId13" Type="http://schemas.openxmlformats.org/officeDocument/2006/relationships/slide" Target="slides/slide4.xml"/><Relationship Id="rId12" Type="http://schemas.openxmlformats.org/officeDocument/2006/relationships/slide" Target="slides/slide3.xml"/><Relationship Id="rId34" Type="http://schemas.openxmlformats.org/officeDocument/2006/relationships/font" Target="fonts/TavirajMedium-boldItalic.fntdata"/><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3ab7546debc_2_6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2" name="Google Shape;2032;g3ab7546debc_2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My name is Nichol and I’m here with my team Abhay, Oleksii, and Bryan. </a:t>
            </a:r>
            <a:r>
              <a:rPr lang="en">
                <a:solidFill>
                  <a:schemeClr val="dk1"/>
                </a:solidFill>
              </a:rPr>
              <a:t>We are Team CoffeeLens. </a:t>
            </a:r>
            <a:endParaRPr>
              <a:solidFill>
                <a:schemeClr val="dk1"/>
              </a:solidFill>
            </a:endParaRPr>
          </a:p>
          <a:p>
            <a:pPr indent="0" lvl="0" marL="0" rtl="0" algn="l">
              <a:spcBef>
                <a:spcPts val="0"/>
              </a:spcBef>
              <a:spcAft>
                <a:spcPts val="0"/>
              </a:spcAft>
              <a:buSzPts val="1100"/>
              <a:buNone/>
            </a:pPr>
            <a:r>
              <a:rPr lang="en">
                <a:solidFill>
                  <a:schemeClr val="dk1"/>
                </a:solidFill>
              </a:rPr>
              <a:t>Our project focuseS on </a:t>
            </a:r>
            <a:r>
              <a:rPr i="1" lang="en">
                <a:solidFill>
                  <a:schemeClr val="dk1"/>
                </a:solidFill>
              </a:rPr>
              <a:t>Global Caffeine Consumption and Health Patterns</a:t>
            </a:r>
            <a:r>
              <a:rPr lang="en">
                <a:solidFill>
                  <a:schemeClr val="dk1"/>
                </a:solidFill>
              </a:rPr>
              <a:t>.</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3ab7546debc_2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9" name="Google Shape;2049;g3ab7546debc_2_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Caffeine is one of the most widely consumed stimulants in the world.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It is found in coffee, tea, matcha, energy drinks,and more and is how billions of people start their day.   </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Most people think of it as a way to wake up and stay  alert, but  it's relationship with sleep, stress and even age vary greatly from person to person. </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We used a synthetic dataset from Kaggle  representing 20 countries to </a:t>
            </a:r>
            <a:r>
              <a:rPr lang="en" sz="1200">
                <a:solidFill>
                  <a:schemeClr val="dk1"/>
                </a:solidFill>
                <a:latin typeface="Times New Roman"/>
                <a:ea typeface="Times New Roman"/>
                <a:cs typeface="Times New Roman"/>
                <a:sym typeface="Times New Roman"/>
              </a:rPr>
              <a:t>examine how caffeine relates to stress and how factors such as country, age, sleep and physical activity shape that relationship,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 sz="1200">
                <a:solidFill>
                  <a:schemeClr val="dk1"/>
                </a:solidFill>
                <a:latin typeface="Times New Roman"/>
                <a:ea typeface="Times New Roman"/>
                <a:cs typeface="Times New Roman"/>
                <a:sym typeface="Times New Roman"/>
              </a:rPr>
              <a:t>Our goal was to create an interactive tool that allows users to visualize and explore these relationships in a meaningful way.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g3ace751f3a4_1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0" name="Google Shape;2060;g3ace751f3a4_1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solidFill>
                  <a:schemeClr val="dk1"/>
                </a:solidFill>
              </a:rPr>
              <a:t>Our first iteration was a traditional dashboard. It helped us explore the data, but many of the relationships we cared about were still difficult to see. We wanted the visualization to make the invisible visible, meaning we wanted users to understand how caffeine and lifestyle factors interact without having to interpret rows of charts or raw numbers.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That led us to design a more interactive, human centered view where people can adjust variables like caffeine, sleep, age, and activity, and immediately see how those changes relate to predicted stress.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ad5448a1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6" name="Google Shape;2106;g3ad5448a1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Summarize other changes we made per  Usability Feedback: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ad3e54a997_2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0" name="Google Shape;2150;g3ad3e54a997_2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Usability results, metrics, (we interviewed this many people)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41 requests</a:t>
            </a:r>
            <a:endParaRPr/>
          </a:p>
          <a:p>
            <a:pPr indent="0" lvl="0" marL="0" rtl="0" algn="l">
              <a:lnSpc>
                <a:spcPct val="100000"/>
              </a:lnSpc>
              <a:spcBef>
                <a:spcPts val="0"/>
              </a:spcBef>
              <a:spcAft>
                <a:spcPts val="0"/>
              </a:spcAft>
              <a:buSzPts val="1100"/>
              <a:buNone/>
            </a:pPr>
            <a:r>
              <a:rPr lang="en"/>
              <a:t>3 interviews per team member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g3ace751f3a4_1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8" name="Google Shape;2158;g3ace751f3a4_1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Talk about the biggest issues:</a:t>
            </a:r>
            <a:br>
              <a:rPr lang="en">
                <a:solidFill>
                  <a:schemeClr val="dk1"/>
                </a:solidFill>
              </a:rPr>
            </a:br>
            <a:r>
              <a:rPr lang="en">
                <a:solidFill>
                  <a:schemeClr val="dk1"/>
                </a:solidFill>
              </a:rPr>
              <a:t>Users had trouble interpreting the data due to: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Lack of context about the relationships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Missing Labels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smoker indicator was </a:t>
            </a:r>
            <a:r>
              <a:rPr lang="en">
                <a:solidFill>
                  <a:schemeClr val="dk1"/>
                </a:solidFill>
              </a:rPr>
              <a:t>mistaken</a:t>
            </a:r>
            <a:r>
              <a:rPr lang="en">
                <a:solidFill>
                  <a:schemeClr val="dk1"/>
                </a:solidFill>
              </a:rPr>
              <a:t> as steam from hot coffee</a:t>
            </a:r>
            <a:endParaRPr>
              <a:solidFill>
                <a:schemeClr val="dk1"/>
              </a:solidFill>
            </a:endParaRPr>
          </a:p>
          <a:p>
            <a:pPr indent="0" lvl="0" marL="0" rtl="0" algn="l">
              <a:spcBef>
                <a:spcPts val="0"/>
              </a:spcBef>
              <a:spcAft>
                <a:spcPts val="0"/>
              </a:spcAft>
              <a:buSzPts val="1100"/>
              <a:buNone/>
            </a:pPr>
            <a:br>
              <a:rPr lang="en">
                <a:solidFill>
                  <a:schemeClr val="dk1"/>
                </a:solidFill>
              </a:rPr>
            </a:br>
            <a:r>
              <a:rPr lang="en">
                <a:solidFill>
                  <a:schemeClr val="dk1"/>
                </a:solidFill>
              </a:rPr>
              <a:t>The primary indicator Predicted Stress was hard to see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Visual clues: smoking, legend, labeling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5" name="Shape 2175"/>
        <p:cNvGrpSpPr/>
        <p:nvPr/>
      </p:nvGrpSpPr>
      <p:grpSpPr>
        <a:xfrm>
          <a:off x="0" y="0"/>
          <a:ext cx="0" cy="0"/>
          <a:chOff x="0" y="0"/>
          <a:chExt cx="0" cy="0"/>
        </a:xfrm>
      </p:grpSpPr>
      <p:sp>
        <p:nvSpPr>
          <p:cNvPr id="2176" name="Google Shape;2176;g3ad3e54a99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7" name="Google Shape;2177;g3ad3e54a99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1" name="Shape 2181"/>
        <p:cNvGrpSpPr/>
        <p:nvPr/>
      </p:nvGrpSpPr>
      <p:grpSpPr>
        <a:xfrm>
          <a:off x="0" y="0"/>
          <a:ext cx="0" cy="0"/>
          <a:chOff x="0" y="0"/>
          <a:chExt cx="0" cy="0"/>
        </a:xfrm>
      </p:grpSpPr>
      <p:sp>
        <p:nvSpPr>
          <p:cNvPr id="2182" name="Google Shape;2182;g3ace751f3a4_1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3" name="Google Shape;2183;g3ace751f3a4_1_7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tools we used to build all our </a:t>
            </a:r>
            <a:r>
              <a:rPr lang="en"/>
              <a:t>visualizations</a:t>
            </a:r>
            <a:r>
              <a:rPr lang="en"/>
              <a:t> were D3, HTML/CSS, and JavaScript.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used D3.js because it gave us low-level control over SVG elements, animations, and data bindings. This was essential for building the customized, dynamic visualizations that typical charting libraries can't support.</a:t>
            </a:r>
            <a:br>
              <a:rPr lang="en"/>
            </a:br>
            <a:endParaRPr/>
          </a:p>
          <a:p>
            <a:pPr indent="0" lvl="0" marL="0" rtl="0" algn="l">
              <a:spcBef>
                <a:spcPts val="0"/>
              </a:spcBef>
              <a:spcAft>
                <a:spcPts val="0"/>
              </a:spcAft>
              <a:buSzPts val="1100"/>
              <a:buNone/>
            </a:pPr>
            <a:r>
              <a:rPr lang="en"/>
              <a:t>JavaScript handled all our user interactions — event handling, DOM updates, and real-time responsiveness. We chose JavaScript because it allowed us to integrate D3 tightly with the interface and keep everything running smoothly in the browser.</a:t>
            </a:r>
            <a:br>
              <a:rPr lang="en"/>
            </a:br>
            <a:endParaRPr/>
          </a:p>
          <a:p>
            <a:pPr indent="0" lvl="0" marL="0" rtl="0" algn="l">
              <a:spcBef>
                <a:spcPts val="0"/>
              </a:spcBef>
              <a:spcAft>
                <a:spcPts val="0"/>
              </a:spcAft>
              <a:buSzPts val="1100"/>
              <a:buNone/>
            </a:pPr>
            <a:r>
              <a:rPr lang="en"/>
              <a:t>HTML and CSS provided the structural and visual foundation. We used CSS and custom styling to create a responsive layout and a clean silhouette design that adapts to different screen sizes.</a:t>
            </a:r>
            <a:br>
              <a:rPr lang="en"/>
            </a:br>
            <a:endParaRPr/>
          </a:p>
          <a:p>
            <a:pPr indent="0" lvl="0" marL="0" rtl="0" algn="l">
              <a:spcBef>
                <a:spcPts val="0"/>
              </a:spcBef>
              <a:spcAft>
                <a:spcPts val="0"/>
              </a:spcAft>
              <a:buSzPts val="1100"/>
              <a:buNone/>
            </a:pPr>
            <a:r>
              <a:rPr lang="en"/>
              <a:t>We deployed the entire project using GitHub Pages. It was chosen because it offers free, reliable hosting and makes it extremely easy for collaborators and stakeholders to access the live visualization without needing any backend infrastructure.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Together, this stack allowed us to build a fully interactive, high-performance visualization tool that runs entirely client-side, loads instantly, and is simple to maintain.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g3ab7546debc_2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2" name="Google Shape;2212;g3ab7546debc_2_9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2" name="Shape 2222"/>
        <p:cNvGrpSpPr/>
        <p:nvPr/>
      </p:nvGrpSpPr>
      <p:grpSpPr>
        <a:xfrm>
          <a:off x="0" y="0"/>
          <a:ext cx="0" cy="0"/>
          <a:chOff x="0" y="0"/>
          <a:chExt cx="0" cy="0"/>
        </a:xfrm>
      </p:grpSpPr>
      <p:sp>
        <p:nvSpPr>
          <p:cNvPr id="2223" name="Google Shape;2223;g3acef533dd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4" name="Google Shape;2224;g3acef533ddc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we had more time to continue developing this project, there are a few key enhancements we would add, while still keeping the core elements that already work well. </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t>First, we would integrate a real machine-learning model to generate personalized stress predictions instead of using simulated logic.</a:t>
            </a:r>
            <a:endParaRPr/>
          </a:p>
          <a:p>
            <a:pPr indent="0" lvl="0" marL="0" rtl="0" algn="l">
              <a:spcBef>
                <a:spcPts val="0"/>
              </a:spcBef>
              <a:spcAft>
                <a:spcPts val="0"/>
              </a:spcAft>
              <a:buSzPts val="1100"/>
              <a:buNone/>
            </a:pPr>
            <a:r>
              <a:rPr lang="en"/>
              <a:t>We’d also extend the experience by supporting multiple coffee types with different caffeine levels and adding richer character animations so the visual feedback feels more lifelike. Finally, we’d improve the body visualization by extending the stress-color mapping to the arms and hands for a more complete representation.</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At the same time, there are several features we would absolutely keep. The human-centered body silhouette has been very effective at making the visualization intuitive and relatable. Our real-time slider controls and country-level comparison views also work well and provide meaningful insights. And the smoker vs. non-smoker comparison turned out to be a strong storytelling element, so we’d preserve that as part of the final experience.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Overall, these additions would deepen the accuracy and richness of the tool, while keeping the elements that make it easy to understand and engaging to use.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7" name="Shape 2237"/>
        <p:cNvGrpSpPr/>
        <p:nvPr/>
      </p:nvGrpSpPr>
      <p:grpSpPr>
        <a:xfrm>
          <a:off x="0" y="0"/>
          <a:ext cx="0" cy="0"/>
          <a:chOff x="0" y="0"/>
          <a:chExt cx="0" cy="0"/>
        </a:xfrm>
      </p:grpSpPr>
      <p:sp>
        <p:nvSpPr>
          <p:cNvPr id="2238" name="Google Shape;2238;g3af2a2b75e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9" name="Google Shape;2239;g3af2a2b75e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3ab7546debc_2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5" name="Google Shape;2245;g3ab7546debc_2_1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7.png"/><Relationship Id="rId12" Type="http://schemas.openxmlformats.org/officeDocument/2006/relationships/image" Target="../media/image6.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png"/><Relationship Id="rId9" Type="http://schemas.openxmlformats.org/officeDocument/2006/relationships/image" Target="../media/image12.png"/><Relationship Id="rId1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7.png"/><Relationship Id="rId12" Type="http://schemas.openxmlformats.org/officeDocument/2006/relationships/image" Target="../media/image9.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8.png"/><Relationship Id="rId1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3" Type="http://schemas.openxmlformats.org/officeDocument/2006/relationships/image" Target="../media/image26.png"/><Relationship Id="rId12"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image" Target="../media/image13.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3.png"/><Relationship Id="rId13" Type="http://schemas.openxmlformats.org/officeDocument/2006/relationships/image" Target="../media/image2.png"/><Relationship Id="rId12" Type="http://schemas.openxmlformats.org/officeDocument/2006/relationships/image" Target="../media/image5.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7.png"/><Relationship Id="rId13" Type="http://schemas.openxmlformats.org/officeDocument/2006/relationships/image" Target="../media/image8.png"/><Relationship Id="rId12" Type="http://schemas.openxmlformats.org/officeDocument/2006/relationships/image" Target="../media/image16.png"/><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3.png"/><Relationship Id="rId8"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1.png"/><Relationship Id="rId13" Type="http://schemas.openxmlformats.org/officeDocument/2006/relationships/image" Target="../media/image13.png"/><Relationship Id="rId12" Type="http://schemas.openxmlformats.org/officeDocument/2006/relationships/image" Target="../media/image12.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8.png"/><Relationship Id="rId1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13.png"/><Relationship Id="rId12" Type="http://schemas.openxmlformats.org/officeDocument/2006/relationships/image" Target="../media/image1.png"/><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image" Target="../media/image9.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7.png"/><Relationship Id="rId12"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6.png"/><Relationship Id="rId13" Type="http://schemas.openxmlformats.org/officeDocument/2006/relationships/image" Target="../media/image2.png"/><Relationship Id="rId12" Type="http://schemas.openxmlformats.org/officeDocument/2006/relationships/image" Target="../media/image12.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7.png"/><Relationship Id="rId1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7.png"/><Relationship Id="rId4" Type="http://schemas.openxmlformats.org/officeDocument/2006/relationships/image" Target="../media/image43.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9.png"/><Relationship Id="rId12" Type="http://schemas.openxmlformats.org/officeDocument/2006/relationships/image" Target="../media/image12.png"/><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11.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hyperlink" Target="https://bit.ly/3A1uf1Q" TargetMode="External"/><Relationship Id="rId7" Type="http://schemas.openxmlformats.org/officeDocument/2006/relationships/hyperlink" Target="http://bit.ly/2TyoMsr" TargetMode="External"/><Relationship Id="rId8"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7.png"/><Relationship Id="rId12" Type="http://schemas.openxmlformats.org/officeDocument/2006/relationships/image" Target="../media/image9.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8.png"/><Relationship Id="rId1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image" Target="../media/image13.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3.png"/><Relationship Id="rId13" Type="http://schemas.openxmlformats.org/officeDocument/2006/relationships/image" Target="../media/image2.png"/><Relationship Id="rId12" Type="http://schemas.openxmlformats.org/officeDocument/2006/relationships/image" Target="../media/image5.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1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6.png"/><Relationship Id="rId13" Type="http://schemas.openxmlformats.org/officeDocument/2006/relationships/image" Target="../media/image2.png"/><Relationship Id="rId12" Type="http://schemas.openxmlformats.org/officeDocument/2006/relationships/image" Target="../media/image12.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7.png"/><Relationship Id="rId1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4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6.png"/></Relationships>
</file>

<file path=ppt/slideLayouts/_rels/slideLayout50.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7.png"/><Relationship Id="rId12" Type="http://schemas.openxmlformats.org/officeDocument/2006/relationships/image" Target="../media/image6.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png"/><Relationship Id="rId9" Type="http://schemas.openxmlformats.org/officeDocument/2006/relationships/image" Target="../media/image12.png"/><Relationship Id="rId1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7.png"/><Relationship Id="rId13" Type="http://schemas.openxmlformats.org/officeDocument/2006/relationships/image" Target="../media/image8.png"/><Relationship Id="rId12" Type="http://schemas.openxmlformats.org/officeDocument/2006/relationships/image" Target="../media/image16.png"/><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3.png"/><Relationship Id="rId8"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1.png"/><Relationship Id="rId13" Type="http://schemas.openxmlformats.org/officeDocument/2006/relationships/image" Target="../media/image13.png"/><Relationship Id="rId12" Type="http://schemas.openxmlformats.org/officeDocument/2006/relationships/image" Target="../media/image12.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8.png"/><Relationship Id="rId1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3" Type="http://schemas.openxmlformats.org/officeDocument/2006/relationships/image" Target="../media/image26.png"/><Relationship Id="rId12" Type="http://schemas.openxmlformats.org/officeDocument/2006/relationships/image" Target="../media/image8.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13.png"/><Relationship Id="rId12" Type="http://schemas.openxmlformats.org/officeDocument/2006/relationships/image" Target="../media/image1.png"/><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image" Target="../media/image9.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7.png"/><Relationship Id="rId12" Type="http://schemas.openxmlformats.org/officeDocument/2006/relationships/image" Target="../media/image8.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1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7.png"/><Relationship Id="rId4" Type="http://schemas.openxmlformats.org/officeDocument/2006/relationships/image" Target="../media/image43.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4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43.png"/></Relationships>
</file>

<file path=ppt/slideLayouts/_rels/slideLayout61.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9.png"/><Relationship Id="rId12" Type="http://schemas.openxmlformats.org/officeDocument/2006/relationships/image" Target="../media/image12.png"/><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11.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hyperlink" Target="https://bit.ly/3A1uf1Q" TargetMode="External"/><Relationship Id="rId7" Type="http://schemas.openxmlformats.org/officeDocument/2006/relationships/hyperlink" Target="http://bit.ly/2TyoMsr" TargetMode="External"/><Relationship Id="rId8"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1.png"/></Relationships>
</file>

<file path=ppt/slideLayouts/_rels/slideLayout72.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7.png"/><Relationship Id="rId12" Type="http://schemas.openxmlformats.org/officeDocument/2006/relationships/image" Target="../media/image9.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8.png"/><Relationship Id="rId1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11.png"/><Relationship Id="rId12" Type="http://schemas.openxmlformats.org/officeDocument/2006/relationships/image" Target="../media/image13.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13.png"/><Relationship Id="rId13" Type="http://schemas.openxmlformats.org/officeDocument/2006/relationships/image" Target="../media/image2.png"/><Relationship Id="rId12" Type="http://schemas.openxmlformats.org/officeDocument/2006/relationships/image" Target="../media/image5.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6.png"/><Relationship Id="rId13" Type="http://schemas.openxmlformats.org/officeDocument/2006/relationships/image" Target="../media/image2.png"/><Relationship Id="rId12" Type="http://schemas.openxmlformats.org/officeDocument/2006/relationships/image" Target="../media/image12.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7.png"/><Relationship Id="rId1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9.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4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6.png"/></Relationships>
</file>

<file path=ppt/slideLayouts/_rels/slideLayout79.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7.png"/><Relationship Id="rId12" Type="http://schemas.openxmlformats.org/officeDocument/2006/relationships/image" Target="../media/image6.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1.png"/><Relationship Id="rId9" Type="http://schemas.openxmlformats.org/officeDocument/2006/relationships/image" Target="../media/image12.png"/><Relationship Id="rId1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80.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7.png"/><Relationship Id="rId13" Type="http://schemas.openxmlformats.org/officeDocument/2006/relationships/image" Target="../media/image8.png"/><Relationship Id="rId12" Type="http://schemas.openxmlformats.org/officeDocument/2006/relationships/image" Target="../media/image16.png"/><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3.png"/><Relationship Id="rId8"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1.png"/><Relationship Id="rId13" Type="http://schemas.openxmlformats.org/officeDocument/2006/relationships/image" Target="../media/image13.png"/><Relationship Id="rId12" Type="http://schemas.openxmlformats.org/officeDocument/2006/relationships/image" Target="../media/image12.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8.png"/><Relationship Id="rId1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16.png"/></Relationships>
</file>

<file path=ppt/slideLayouts/_rels/slideLayout82.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3" Type="http://schemas.openxmlformats.org/officeDocument/2006/relationships/image" Target="../media/image26.png"/><Relationship Id="rId12" Type="http://schemas.openxmlformats.org/officeDocument/2006/relationships/image" Target="../media/image8.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5.png"/></Relationships>
</file>

<file path=ppt/slideLayouts/_rels/slideLayout83.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13.png"/><Relationship Id="rId12" Type="http://schemas.openxmlformats.org/officeDocument/2006/relationships/image" Target="../media/image1.png"/><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image" Target="../media/image9.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7.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7.png"/><Relationship Id="rId12" Type="http://schemas.openxmlformats.org/officeDocument/2006/relationships/image" Target="../media/image8.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1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7.png"/><Relationship Id="rId4" Type="http://schemas.openxmlformats.org/officeDocument/2006/relationships/image" Target="../media/image43.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21.png"/><Relationship Id="rId8" Type="http://schemas.openxmlformats.org/officeDocument/2006/relationships/image" Target="../media/image4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43.png"/></Relationships>
</file>

<file path=ppt/slideLayouts/_rels/slideLayout90.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2.png"/><Relationship Id="rId13" Type="http://schemas.openxmlformats.org/officeDocument/2006/relationships/image" Target="../media/image9.png"/><Relationship Id="rId12" Type="http://schemas.openxmlformats.org/officeDocument/2006/relationships/image" Target="../media/image12.png"/><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11.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hyperlink" Target="https://bit.ly/3A1uf1Q" TargetMode="External"/><Relationship Id="rId7" Type="http://schemas.openxmlformats.org/officeDocument/2006/relationships/hyperlink" Target="http://bit.ly/2TyoMsr" TargetMode="External"/><Relationship Id="rId8" Type="http://schemas.openxmlformats.org/officeDocument/2006/relationships/hyperlink" Target="http://bit.ly/2TtBDfr" TargetMode="External"/></Relationships>
</file>

<file path=ppt/slideLayouts/_rels/slideLayout93.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94.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1.png"/><Relationship Id="rId12" Type="http://schemas.openxmlformats.org/officeDocument/2006/relationships/image" Target="../media/image2.png"/><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5.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Layouts/_rels/slideLayout98.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5100" y="1141550"/>
            <a:ext cx="4070700" cy="21657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rgbClr val="191919"/>
              </a:buClr>
              <a:buSzPts val="5200"/>
              <a:buNone/>
              <a:defRPr sz="59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715100" y="3267550"/>
            <a:ext cx="4070700" cy="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6" name="Google Shape;56;p14"/>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57" name="Google Shape;57;p14"/>
          <p:cNvGrpSpPr/>
          <p:nvPr/>
        </p:nvGrpSpPr>
        <p:grpSpPr>
          <a:xfrm>
            <a:off x="5327301" y="824062"/>
            <a:ext cx="3101595" cy="3495389"/>
            <a:chOff x="10045026" y="1973719"/>
            <a:chExt cx="3101595" cy="3495389"/>
          </a:xfrm>
        </p:grpSpPr>
        <p:grpSp>
          <p:nvGrpSpPr>
            <p:cNvPr id="58" name="Google Shape;58;p14"/>
            <p:cNvGrpSpPr/>
            <p:nvPr/>
          </p:nvGrpSpPr>
          <p:grpSpPr>
            <a:xfrm>
              <a:off x="10045158" y="1973719"/>
              <a:ext cx="3101463" cy="3489075"/>
              <a:chOff x="732279" y="296625"/>
              <a:chExt cx="2475428" cy="3761400"/>
            </a:xfrm>
          </p:grpSpPr>
          <p:cxnSp>
            <p:nvCxnSpPr>
              <p:cNvPr id="59" name="Google Shape;59;p14"/>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 name="Google Shape;60;p14"/>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 name="Google Shape;61;p14"/>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2" name="Google Shape;62;p14"/>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3" name="Google Shape;63;p14"/>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4" name="Google Shape;64;p14"/>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5" name="Google Shape;65;p14"/>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6" name="Google Shape;66;p14"/>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7" name="Google Shape;67;p14"/>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8" name="Google Shape;68;p14"/>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9" name="Google Shape;69;p14"/>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0" name="Google Shape;70;p14"/>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1" name="Google Shape;71;p14"/>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 name="Google Shape;72;p14"/>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 name="Google Shape;73;p14"/>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4" name="Google Shape;74;p14"/>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5" name="Google Shape;75;p14"/>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76" name="Google Shape;76;p14"/>
            <p:cNvGrpSpPr/>
            <p:nvPr/>
          </p:nvGrpSpPr>
          <p:grpSpPr>
            <a:xfrm rot="5400000">
              <a:off x="9851137" y="2173846"/>
              <a:ext cx="3489151" cy="3101374"/>
              <a:chOff x="887000" y="296626"/>
              <a:chExt cx="2784860" cy="3343800"/>
            </a:xfrm>
          </p:grpSpPr>
          <p:cxnSp>
            <p:nvCxnSpPr>
              <p:cNvPr id="77" name="Google Shape;77;p14"/>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8" name="Google Shape;78;p14"/>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9" name="Google Shape;79;p14"/>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0" name="Google Shape;80;p14"/>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1" name="Google Shape;81;p14"/>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2" name="Google Shape;82;p14"/>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3" name="Google Shape;83;p14"/>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4" name="Google Shape;84;p14"/>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5" name="Google Shape;85;p14"/>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6" name="Google Shape;86;p14"/>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7" name="Google Shape;87;p14"/>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8" name="Google Shape;88;p14"/>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89" name="Google Shape;89;p14"/>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0" name="Google Shape;90;p14"/>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1" name="Google Shape;91;p14"/>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2" name="Google Shape;92;p14"/>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3" name="Google Shape;93;p14"/>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4" name="Google Shape;94;p14"/>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95" name="Google Shape;95;p14"/>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8" name="Google Shape;98;p15"/>
          <p:cNvGrpSpPr/>
          <p:nvPr/>
        </p:nvGrpSpPr>
        <p:grpSpPr>
          <a:xfrm>
            <a:off x="7053989" y="-460973"/>
            <a:ext cx="3008266" cy="3794177"/>
            <a:chOff x="7053989" y="-460973"/>
            <a:chExt cx="3008266" cy="3794177"/>
          </a:xfrm>
        </p:grpSpPr>
        <p:pic>
          <p:nvPicPr>
            <p:cNvPr id="99" name="Google Shape;99;p15"/>
            <p:cNvPicPr preferRelativeResize="0"/>
            <p:nvPr/>
          </p:nvPicPr>
          <p:blipFill rotWithShape="1">
            <a:blip r:embed="rId2">
              <a:alphaModFix/>
            </a:blip>
            <a:srcRect b="0" l="0" r="0" t="0"/>
            <a:stretch/>
          </p:blipFill>
          <p:spPr>
            <a:xfrm flipH="1" rot="-10422309">
              <a:off x="7700751" y="-271067"/>
              <a:ext cx="2202096" cy="3028796"/>
            </a:xfrm>
            <a:prstGeom prst="rect">
              <a:avLst/>
            </a:prstGeom>
            <a:noFill/>
            <a:ln>
              <a:noFill/>
            </a:ln>
          </p:spPr>
        </p:pic>
        <p:grpSp>
          <p:nvGrpSpPr>
            <p:cNvPr id="100" name="Google Shape;100;p15"/>
            <p:cNvGrpSpPr/>
            <p:nvPr/>
          </p:nvGrpSpPr>
          <p:grpSpPr>
            <a:xfrm>
              <a:off x="7053989" y="-460973"/>
              <a:ext cx="2270190" cy="3794177"/>
              <a:chOff x="7053989" y="-460973"/>
              <a:chExt cx="2270190" cy="3794177"/>
            </a:xfrm>
          </p:grpSpPr>
          <p:pic>
            <p:nvPicPr>
              <p:cNvPr id="101" name="Google Shape;101;p15"/>
              <p:cNvPicPr preferRelativeResize="0"/>
              <p:nvPr/>
            </p:nvPicPr>
            <p:blipFill rotWithShape="1">
              <a:blip r:embed="rId3">
                <a:alphaModFix/>
              </a:blip>
              <a:srcRect b="0" l="0" r="0" t="0"/>
              <a:stretch/>
            </p:blipFill>
            <p:spPr>
              <a:xfrm flipH="1" rot="10800000">
                <a:off x="7053989" y="-92101"/>
                <a:ext cx="355813" cy="324416"/>
              </a:xfrm>
              <a:prstGeom prst="rect">
                <a:avLst/>
              </a:prstGeom>
              <a:noFill/>
              <a:ln>
                <a:noFill/>
              </a:ln>
            </p:spPr>
          </p:pic>
          <p:pic>
            <p:nvPicPr>
              <p:cNvPr id="102" name="Google Shape;102;p15"/>
              <p:cNvPicPr preferRelativeResize="0"/>
              <p:nvPr/>
            </p:nvPicPr>
            <p:blipFill rotWithShape="1">
              <a:blip r:embed="rId4">
                <a:alphaModFix/>
              </a:blip>
              <a:srcRect b="0" l="0" r="0" t="0"/>
              <a:stretch/>
            </p:blipFill>
            <p:spPr>
              <a:xfrm flipH="1" rot="10800000">
                <a:off x="8347054" y="-460973"/>
                <a:ext cx="977125" cy="977125"/>
              </a:xfrm>
              <a:prstGeom prst="rect">
                <a:avLst/>
              </a:prstGeom>
              <a:noFill/>
              <a:ln>
                <a:noFill/>
              </a:ln>
            </p:spPr>
          </p:pic>
          <p:pic>
            <p:nvPicPr>
              <p:cNvPr id="103" name="Google Shape;103;p15"/>
              <p:cNvPicPr preferRelativeResize="0"/>
              <p:nvPr/>
            </p:nvPicPr>
            <p:blipFill rotWithShape="1">
              <a:blip r:embed="rId5">
                <a:alphaModFix/>
              </a:blip>
              <a:srcRect b="0" l="0" r="0" t="0"/>
              <a:stretch/>
            </p:blipFill>
            <p:spPr>
              <a:xfrm flipH="1" rot="10800000">
                <a:off x="8516628" y="2778558"/>
                <a:ext cx="570347" cy="554646"/>
              </a:xfrm>
              <a:prstGeom prst="rect">
                <a:avLst/>
              </a:prstGeom>
              <a:noFill/>
              <a:ln>
                <a:noFill/>
              </a:ln>
            </p:spPr>
          </p:pic>
        </p:grpSp>
      </p:grpSp>
      <p:grpSp>
        <p:nvGrpSpPr>
          <p:cNvPr id="104" name="Google Shape;104;p15"/>
          <p:cNvGrpSpPr/>
          <p:nvPr/>
        </p:nvGrpSpPr>
        <p:grpSpPr>
          <a:xfrm>
            <a:off x="-268592" y="-177124"/>
            <a:ext cx="1320479" cy="1328644"/>
            <a:chOff x="-268592" y="-177124"/>
            <a:chExt cx="1320479" cy="1328644"/>
          </a:xfrm>
        </p:grpSpPr>
        <p:pic>
          <p:nvPicPr>
            <p:cNvPr id="105" name="Google Shape;105;p15"/>
            <p:cNvPicPr preferRelativeResize="0"/>
            <p:nvPr/>
          </p:nvPicPr>
          <p:blipFill rotWithShape="1">
            <a:blip r:embed="rId6">
              <a:alphaModFix/>
            </a:blip>
            <a:srcRect b="0" l="0" r="0" t="0"/>
            <a:stretch/>
          </p:blipFill>
          <p:spPr>
            <a:xfrm flipH="1" rot="10800000">
              <a:off x="540406" y="-177124"/>
              <a:ext cx="511481" cy="409444"/>
            </a:xfrm>
            <a:prstGeom prst="rect">
              <a:avLst/>
            </a:prstGeom>
            <a:noFill/>
            <a:ln>
              <a:noFill/>
            </a:ln>
          </p:spPr>
        </p:pic>
        <p:pic>
          <p:nvPicPr>
            <p:cNvPr id="106" name="Google Shape;106;p15"/>
            <p:cNvPicPr preferRelativeResize="0"/>
            <p:nvPr/>
          </p:nvPicPr>
          <p:blipFill rotWithShape="1">
            <a:blip r:embed="rId7">
              <a:alphaModFix/>
            </a:blip>
            <a:srcRect b="0" l="0" r="0" t="0"/>
            <a:stretch/>
          </p:blipFill>
          <p:spPr>
            <a:xfrm flipH="1" rot="10800000">
              <a:off x="32447" y="115404"/>
              <a:ext cx="507952" cy="484800"/>
            </a:xfrm>
            <a:prstGeom prst="rect">
              <a:avLst/>
            </a:prstGeom>
            <a:noFill/>
            <a:ln>
              <a:noFill/>
            </a:ln>
          </p:spPr>
        </p:pic>
        <p:pic>
          <p:nvPicPr>
            <p:cNvPr id="107" name="Google Shape;107;p15"/>
            <p:cNvPicPr preferRelativeResize="0"/>
            <p:nvPr/>
          </p:nvPicPr>
          <p:blipFill rotWithShape="1">
            <a:blip r:embed="rId8">
              <a:alphaModFix/>
            </a:blip>
            <a:srcRect b="0" l="0" r="0" t="0"/>
            <a:stretch/>
          </p:blipFill>
          <p:spPr>
            <a:xfrm flipH="1" rot="10800000">
              <a:off x="-268592" y="666205"/>
              <a:ext cx="554649" cy="485315"/>
            </a:xfrm>
            <a:prstGeom prst="rect">
              <a:avLst/>
            </a:prstGeom>
            <a:noFill/>
            <a:ln>
              <a:noFill/>
            </a:ln>
          </p:spPr>
        </p:pic>
      </p:grpSp>
      <p:grpSp>
        <p:nvGrpSpPr>
          <p:cNvPr id="108" name="Google Shape;108;p15"/>
          <p:cNvGrpSpPr/>
          <p:nvPr/>
        </p:nvGrpSpPr>
        <p:grpSpPr>
          <a:xfrm>
            <a:off x="-1051225" y="2363195"/>
            <a:ext cx="3418878" cy="3616745"/>
            <a:chOff x="-1051225" y="2363195"/>
            <a:chExt cx="3418878" cy="3616745"/>
          </a:xfrm>
        </p:grpSpPr>
        <p:pic>
          <p:nvPicPr>
            <p:cNvPr id="109" name="Google Shape;109;p15"/>
            <p:cNvPicPr preferRelativeResize="0"/>
            <p:nvPr/>
          </p:nvPicPr>
          <p:blipFill rotWithShape="1">
            <a:blip r:embed="rId2">
              <a:alphaModFix/>
            </a:blip>
            <a:srcRect b="0" l="0" r="0" t="0"/>
            <a:stretch/>
          </p:blipFill>
          <p:spPr>
            <a:xfrm flipH="1" rot="-1259860">
              <a:off x="-581686" y="2657170"/>
              <a:ext cx="2202096" cy="3028795"/>
            </a:xfrm>
            <a:prstGeom prst="rect">
              <a:avLst/>
            </a:prstGeom>
            <a:noFill/>
            <a:ln>
              <a:noFill/>
            </a:ln>
          </p:spPr>
        </p:pic>
        <p:pic>
          <p:nvPicPr>
            <p:cNvPr id="110" name="Google Shape;110;p15"/>
            <p:cNvPicPr preferRelativeResize="0"/>
            <p:nvPr/>
          </p:nvPicPr>
          <p:blipFill rotWithShape="1">
            <a:blip r:embed="rId9">
              <a:alphaModFix/>
            </a:blip>
            <a:srcRect b="0" l="0" r="0" t="0"/>
            <a:stretch/>
          </p:blipFill>
          <p:spPr>
            <a:xfrm flipH="1" rot="10800000">
              <a:off x="134734" y="2554334"/>
              <a:ext cx="374127" cy="354503"/>
            </a:xfrm>
            <a:prstGeom prst="rect">
              <a:avLst/>
            </a:prstGeom>
            <a:noFill/>
            <a:ln>
              <a:noFill/>
            </a:ln>
          </p:spPr>
        </p:pic>
        <p:pic>
          <p:nvPicPr>
            <p:cNvPr id="111" name="Google Shape;111;p15"/>
            <p:cNvPicPr preferRelativeResize="0"/>
            <p:nvPr/>
          </p:nvPicPr>
          <p:blipFill rotWithShape="1">
            <a:blip r:embed="rId10">
              <a:alphaModFix/>
            </a:blip>
            <a:srcRect b="0" l="0" r="0" t="0"/>
            <a:stretch/>
          </p:blipFill>
          <p:spPr>
            <a:xfrm flipH="1" rot="10800000">
              <a:off x="-436730" y="3601031"/>
              <a:ext cx="977117" cy="977125"/>
            </a:xfrm>
            <a:prstGeom prst="rect">
              <a:avLst/>
            </a:prstGeom>
            <a:noFill/>
            <a:ln>
              <a:noFill/>
            </a:ln>
          </p:spPr>
        </p:pic>
        <p:pic>
          <p:nvPicPr>
            <p:cNvPr id="112" name="Google Shape;112;p15"/>
            <p:cNvPicPr preferRelativeResize="0"/>
            <p:nvPr/>
          </p:nvPicPr>
          <p:blipFill rotWithShape="1">
            <a:blip r:embed="rId11">
              <a:alphaModFix/>
            </a:blip>
            <a:srcRect b="0" l="0" r="0" t="0"/>
            <a:stretch/>
          </p:blipFill>
          <p:spPr>
            <a:xfrm flipH="1" rot="10800000">
              <a:off x="1724051" y="4656732"/>
              <a:ext cx="643602" cy="499705"/>
            </a:xfrm>
            <a:prstGeom prst="rect">
              <a:avLst/>
            </a:prstGeom>
            <a:noFill/>
            <a:ln>
              <a:noFill/>
            </a:ln>
          </p:spPr>
        </p:pic>
      </p:grpSp>
      <p:grpSp>
        <p:nvGrpSpPr>
          <p:cNvPr id="113" name="Google Shape;113;p15"/>
          <p:cNvGrpSpPr/>
          <p:nvPr/>
        </p:nvGrpSpPr>
        <p:grpSpPr>
          <a:xfrm>
            <a:off x="7798171" y="4355859"/>
            <a:ext cx="1525996" cy="1281760"/>
            <a:chOff x="7798171" y="4355859"/>
            <a:chExt cx="1525996" cy="1281760"/>
          </a:xfrm>
        </p:grpSpPr>
        <p:pic>
          <p:nvPicPr>
            <p:cNvPr id="114" name="Google Shape;114;p15"/>
            <p:cNvPicPr preferRelativeResize="0"/>
            <p:nvPr/>
          </p:nvPicPr>
          <p:blipFill rotWithShape="1">
            <a:blip r:embed="rId12">
              <a:alphaModFix/>
            </a:blip>
            <a:srcRect b="0" l="0" r="0" t="0"/>
            <a:stretch/>
          </p:blipFill>
          <p:spPr>
            <a:xfrm flipH="1" rot="10800000">
              <a:off x="8552502" y="4355859"/>
              <a:ext cx="570347" cy="444763"/>
            </a:xfrm>
            <a:prstGeom prst="rect">
              <a:avLst/>
            </a:prstGeom>
            <a:noFill/>
            <a:ln>
              <a:noFill/>
            </a:ln>
          </p:spPr>
        </p:pic>
        <p:pic>
          <p:nvPicPr>
            <p:cNvPr id="115" name="Google Shape;115;p15"/>
            <p:cNvPicPr preferRelativeResize="0"/>
            <p:nvPr/>
          </p:nvPicPr>
          <p:blipFill rotWithShape="1">
            <a:blip r:embed="rId13">
              <a:alphaModFix/>
            </a:blip>
            <a:srcRect b="0" l="0" r="0" t="0"/>
            <a:stretch/>
          </p:blipFill>
          <p:spPr>
            <a:xfrm flipH="1" rot="10800000">
              <a:off x="7798171" y="4754834"/>
              <a:ext cx="444766" cy="303486"/>
            </a:xfrm>
            <a:prstGeom prst="rect">
              <a:avLst/>
            </a:prstGeom>
            <a:noFill/>
            <a:ln>
              <a:noFill/>
            </a:ln>
          </p:spPr>
        </p:pic>
        <p:pic>
          <p:nvPicPr>
            <p:cNvPr id="116" name="Google Shape;116;p15"/>
            <p:cNvPicPr preferRelativeResize="0"/>
            <p:nvPr/>
          </p:nvPicPr>
          <p:blipFill rotWithShape="1">
            <a:blip r:embed="rId14">
              <a:alphaModFix/>
            </a:blip>
            <a:srcRect b="0" l="0" r="0" t="0"/>
            <a:stretch/>
          </p:blipFill>
          <p:spPr>
            <a:xfrm flipH="1" rot="10800000">
              <a:off x="8347050" y="4660494"/>
              <a:ext cx="977117" cy="977125"/>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7" name="Shape 117"/>
        <p:cNvGrpSpPr/>
        <p:nvPr/>
      </p:nvGrpSpPr>
      <p:grpSpPr>
        <a:xfrm>
          <a:off x="0" y="0"/>
          <a:ext cx="0" cy="0"/>
          <a:chOff x="0" y="0"/>
          <a:chExt cx="0" cy="0"/>
        </a:xfrm>
      </p:grpSpPr>
      <p:sp>
        <p:nvSpPr>
          <p:cNvPr id="118" name="Google Shape;118;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9" name="Google Shape;119;p16"/>
          <p:cNvSpPr txBox="1"/>
          <p:nvPr>
            <p:ph idx="2" type="title"/>
          </p:nvPr>
        </p:nvSpPr>
        <p:spPr>
          <a:xfrm>
            <a:off x="156525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20" name="Google Shape;120;p16"/>
          <p:cNvSpPr txBox="1"/>
          <p:nvPr>
            <p:ph idx="1" type="subTitle"/>
          </p:nvPr>
        </p:nvSpPr>
        <p:spPr>
          <a:xfrm>
            <a:off x="80385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 name="Google Shape;121;p16"/>
          <p:cNvSpPr txBox="1"/>
          <p:nvPr>
            <p:ph idx="3" type="title"/>
          </p:nvPr>
        </p:nvSpPr>
        <p:spPr>
          <a:xfrm>
            <a:off x="416520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22" name="Google Shape;122;p16"/>
          <p:cNvSpPr txBox="1"/>
          <p:nvPr>
            <p:ph idx="4" type="subTitle"/>
          </p:nvPr>
        </p:nvSpPr>
        <p:spPr>
          <a:xfrm>
            <a:off x="340380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3" name="Google Shape;123;p16"/>
          <p:cNvSpPr txBox="1"/>
          <p:nvPr>
            <p:ph idx="5" type="title"/>
          </p:nvPr>
        </p:nvSpPr>
        <p:spPr>
          <a:xfrm>
            <a:off x="156525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24" name="Google Shape;124;p16"/>
          <p:cNvSpPr txBox="1"/>
          <p:nvPr>
            <p:ph idx="6" type="subTitle"/>
          </p:nvPr>
        </p:nvSpPr>
        <p:spPr>
          <a:xfrm>
            <a:off x="80385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5" name="Google Shape;125;p16"/>
          <p:cNvSpPr txBox="1"/>
          <p:nvPr>
            <p:ph idx="7" type="title"/>
          </p:nvPr>
        </p:nvSpPr>
        <p:spPr>
          <a:xfrm>
            <a:off x="416520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26" name="Google Shape;126;p16"/>
          <p:cNvSpPr txBox="1"/>
          <p:nvPr>
            <p:ph idx="8" type="subTitle"/>
          </p:nvPr>
        </p:nvSpPr>
        <p:spPr>
          <a:xfrm>
            <a:off x="340380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7" name="Google Shape;127;p16"/>
          <p:cNvSpPr txBox="1"/>
          <p:nvPr>
            <p:ph idx="9" type="subTitle"/>
          </p:nvPr>
        </p:nvSpPr>
        <p:spPr>
          <a:xfrm>
            <a:off x="6783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8" name="Google Shape;128;p16"/>
          <p:cNvSpPr txBox="1"/>
          <p:nvPr>
            <p:ph idx="13" type="subTitle"/>
          </p:nvPr>
        </p:nvSpPr>
        <p:spPr>
          <a:xfrm>
            <a:off x="32782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9" name="Google Shape;129;p16"/>
          <p:cNvSpPr txBox="1"/>
          <p:nvPr>
            <p:ph idx="14" type="subTitle"/>
          </p:nvPr>
        </p:nvSpPr>
        <p:spPr>
          <a:xfrm>
            <a:off x="6783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0" name="Google Shape;130;p16"/>
          <p:cNvSpPr txBox="1"/>
          <p:nvPr>
            <p:ph idx="15" type="subTitle"/>
          </p:nvPr>
        </p:nvSpPr>
        <p:spPr>
          <a:xfrm>
            <a:off x="32782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1" name="Google Shape;131;p16"/>
          <p:cNvSpPr txBox="1"/>
          <p:nvPr>
            <p:ph idx="16" type="title"/>
          </p:nvPr>
        </p:nvSpPr>
        <p:spPr>
          <a:xfrm>
            <a:off x="6764938"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32" name="Google Shape;132;p16"/>
          <p:cNvSpPr txBox="1"/>
          <p:nvPr>
            <p:ph idx="17" type="subTitle"/>
          </p:nvPr>
        </p:nvSpPr>
        <p:spPr>
          <a:xfrm>
            <a:off x="6003588"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3" name="Google Shape;133;p16"/>
          <p:cNvSpPr txBox="1"/>
          <p:nvPr>
            <p:ph idx="18" type="title"/>
          </p:nvPr>
        </p:nvSpPr>
        <p:spPr>
          <a:xfrm>
            <a:off x="6764938"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34" name="Google Shape;134;p16"/>
          <p:cNvSpPr txBox="1"/>
          <p:nvPr>
            <p:ph idx="19" type="subTitle"/>
          </p:nvPr>
        </p:nvSpPr>
        <p:spPr>
          <a:xfrm>
            <a:off x="6003588"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5" name="Google Shape;135;p16"/>
          <p:cNvSpPr txBox="1"/>
          <p:nvPr>
            <p:ph idx="20" type="subTitle"/>
          </p:nvPr>
        </p:nvSpPr>
        <p:spPr>
          <a:xfrm>
            <a:off x="5878038"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6" name="Google Shape;136;p16"/>
          <p:cNvSpPr txBox="1"/>
          <p:nvPr>
            <p:ph idx="21" type="subTitle"/>
          </p:nvPr>
        </p:nvSpPr>
        <p:spPr>
          <a:xfrm>
            <a:off x="5878038"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37" name="Google Shape;137;p16"/>
          <p:cNvGrpSpPr/>
          <p:nvPr/>
        </p:nvGrpSpPr>
        <p:grpSpPr>
          <a:xfrm>
            <a:off x="7072914" y="1988475"/>
            <a:ext cx="2768466" cy="3695041"/>
            <a:chOff x="7072914" y="1988475"/>
            <a:chExt cx="2768466" cy="3695041"/>
          </a:xfrm>
        </p:grpSpPr>
        <p:pic>
          <p:nvPicPr>
            <p:cNvPr id="138" name="Google Shape;138;p16"/>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139" name="Google Shape;139;p16"/>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140" name="Google Shape;140;p16"/>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141" name="Google Shape;141;p16"/>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142" name="Google Shape;142;p16"/>
          <p:cNvGrpSpPr/>
          <p:nvPr/>
        </p:nvGrpSpPr>
        <p:grpSpPr>
          <a:xfrm>
            <a:off x="-268592" y="3814860"/>
            <a:ext cx="1320479" cy="1328644"/>
            <a:chOff x="-268592" y="3814860"/>
            <a:chExt cx="1320479" cy="1328644"/>
          </a:xfrm>
        </p:grpSpPr>
        <p:pic>
          <p:nvPicPr>
            <p:cNvPr id="143" name="Google Shape;143;p16"/>
            <p:cNvPicPr preferRelativeResize="0"/>
            <p:nvPr/>
          </p:nvPicPr>
          <p:blipFill rotWithShape="1">
            <a:blip r:embed="rId6">
              <a:alphaModFix/>
            </a:blip>
            <a:srcRect b="0" l="0" r="0" t="0"/>
            <a:stretch/>
          </p:blipFill>
          <p:spPr>
            <a:xfrm>
              <a:off x="32447" y="4366176"/>
              <a:ext cx="507952" cy="484800"/>
            </a:xfrm>
            <a:prstGeom prst="rect">
              <a:avLst/>
            </a:prstGeom>
            <a:noFill/>
            <a:ln>
              <a:noFill/>
            </a:ln>
          </p:spPr>
        </p:pic>
        <p:pic>
          <p:nvPicPr>
            <p:cNvPr id="144" name="Google Shape;144;p16"/>
            <p:cNvPicPr preferRelativeResize="0"/>
            <p:nvPr/>
          </p:nvPicPr>
          <p:blipFill rotWithShape="1">
            <a:blip r:embed="rId7">
              <a:alphaModFix/>
            </a:blip>
            <a:srcRect b="0" l="0" r="0" t="0"/>
            <a:stretch/>
          </p:blipFill>
          <p:spPr>
            <a:xfrm>
              <a:off x="540406" y="4734060"/>
              <a:ext cx="511481" cy="409444"/>
            </a:xfrm>
            <a:prstGeom prst="rect">
              <a:avLst/>
            </a:prstGeom>
            <a:noFill/>
            <a:ln>
              <a:noFill/>
            </a:ln>
          </p:spPr>
        </p:pic>
        <p:pic>
          <p:nvPicPr>
            <p:cNvPr id="145" name="Google Shape;145;p16"/>
            <p:cNvPicPr preferRelativeResize="0"/>
            <p:nvPr/>
          </p:nvPicPr>
          <p:blipFill rotWithShape="1">
            <a:blip r:embed="rId8">
              <a:alphaModFix/>
            </a:blip>
            <a:srcRect b="0" l="0" r="0" t="0"/>
            <a:stretch/>
          </p:blipFill>
          <p:spPr>
            <a:xfrm>
              <a:off x="-268592" y="3814860"/>
              <a:ext cx="554649" cy="485315"/>
            </a:xfrm>
            <a:prstGeom prst="rect">
              <a:avLst/>
            </a:prstGeom>
            <a:noFill/>
            <a:ln>
              <a:noFill/>
            </a:ln>
          </p:spPr>
        </p:pic>
      </p:grpSp>
      <p:grpSp>
        <p:nvGrpSpPr>
          <p:cNvPr id="146" name="Google Shape;146;p16"/>
          <p:cNvGrpSpPr/>
          <p:nvPr/>
        </p:nvGrpSpPr>
        <p:grpSpPr>
          <a:xfrm>
            <a:off x="-1561863" y="-717135"/>
            <a:ext cx="3702316" cy="3616745"/>
            <a:chOff x="-1561863" y="-717135"/>
            <a:chExt cx="3702316" cy="3616745"/>
          </a:xfrm>
        </p:grpSpPr>
        <p:pic>
          <p:nvPicPr>
            <p:cNvPr id="147" name="Google Shape;147;p16"/>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148" name="Google Shape;148;p16"/>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149" name="Google Shape;149;p16"/>
            <p:cNvPicPr preferRelativeResize="0"/>
            <p:nvPr/>
          </p:nvPicPr>
          <p:blipFill rotWithShape="1">
            <a:blip r:embed="rId10">
              <a:alphaModFix/>
            </a:blip>
            <a:srcRect b="0" l="0" r="0" t="0"/>
            <a:stretch/>
          </p:blipFill>
          <p:spPr>
            <a:xfrm>
              <a:off x="166284" y="1891168"/>
              <a:ext cx="374127" cy="354503"/>
            </a:xfrm>
            <a:prstGeom prst="rect">
              <a:avLst/>
            </a:prstGeom>
            <a:noFill/>
            <a:ln>
              <a:noFill/>
            </a:ln>
          </p:spPr>
        </p:pic>
        <p:pic>
          <p:nvPicPr>
            <p:cNvPr id="150" name="Google Shape;150;p16"/>
            <p:cNvPicPr preferRelativeResize="0"/>
            <p:nvPr/>
          </p:nvPicPr>
          <p:blipFill rotWithShape="1">
            <a:blip r:embed="rId11">
              <a:alphaModFix/>
            </a:blip>
            <a:srcRect b="0" l="0" r="0" t="0"/>
            <a:stretch/>
          </p:blipFill>
          <p:spPr>
            <a:xfrm>
              <a:off x="-510755" y="675349"/>
              <a:ext cx="977117" cy="977125"/>
            </a:xfrm>
            <a:prstGeom prst="rect">
              <a:avLst/>
            </a:prstGeom>
            <a:noFill/>
            <a:ln>
              <a:noFill/>
            </a:ln>
          </p:spPr>
        </p:pic>
      </p:grpSp>
      <p:grpSp>
        <p:nvGrpSpPr>
          <p:cNvPr id="151" name="Google Shape;151;p16"/>
          <p:cNvGrpSpPr/>
          <p:nvPr/>
        </p:nvGrpSpPr>
        <p:grpSpPr>
          <a:xfrm>
            <a:off x="8208396" y="-69389"/>
            <a:ext cx="1173696" cy="1531885"/>
            <a:chOff x="8208396" y="-69389"/>
            <a:chExt cx="1173696" cy="1531885"/>
          </a:xfrm>
        </p:grpSpPr>
        <p:pic>
          <p:nvPicPr>
            <p:cNvPr id="152" name="Google Shape;152;p16"/>
            <p:cNvPicPr preferRelativeResize="0"/>
            <p:nvPr/>
          </p:nvPicPr>
          <p:blipFill rotWithShape="1">
            <a:blip r:embed="rId12">
              <a:alphaModFix/>
            </a:blip>
            <a:srcRect b="0" l="0" r="0" t="0"/>
            <a:stretch/>
          </p:blipFill>
          <p:spPr>
            <a:xfrm>
              <a:off x="8404975" y="-69389"/>
              <a:ext cx="977117" cy="977125"/>
            </a:xfrm>
            <a:prstGeom prst="rect">
              <a:avLst/>
            </a:prstGeom>
            <a:noFill/>
            <a:ln>
              <a:noFill/>
            </a:ln>
          </p:spPr>
        </p:pic>
        <p:pic>
          <p:nvPicPr>
            <p:cNvPr id="153" name="Google Shape;153;p16"/>
            <p:cNvPicPr preferRelativeResize="0"/>
            <p:nvPr/>
          </p:nvPicPr>
          <p:blipFill rotWithShape="1">
            <a:blip r:embed="rId13">
              <a:alphaModFix/>
            </a:blip>
            <a:srcRect b="0" l="0" r="0" t="0"/>
            <a:stretch/>
          </p:blipFill>
          <p:spPr>
            <a:xfrm>
              <a:off x="8208396" y="267435"/>
              <a:ext cx="444766" cy="303486"/>
            </a:xfrm>
            <a:prstGeom prst="rect">
              <a:avLst/>
            </a:prstGeom>
            <a:noFill/>
            <a:ln>
              <a:noFill/>
            </a:ln>
          </p:spPr>
        </p:pic>
        <p:pic>
          <p:nvPicPr>
            <p:cNvPr id="154" name="Google Shape;154;p16"/>
            <p:cNvPicPr preferRelativeResize="0"/>
            <p:nvPr/>
          </p:nvPicPr>
          <p:blipFill rotWithShape="1">
            <a:blip r:embed="rId14">
              <a:alphaModFix/>
            </a:blip>
            <a:srcRect b="0" l="0" r="0" t="0"/>
            <a:stretch/>
          </p:blipFill>
          <p:spPr>
            <a:xfrm>
              <a:off x="8753827" y="1017733"/>
              <a:ext cx="570347" cy="444763"/>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5" name="Shape 155"/>
        <p:cNvGrpSpPr/>
        <p:nvPr/>
      </p:nvGrpSpPr>
      <p:grpSpPr>
        <a:xfrm>
          <a:off x="0" y="0"/>
          <a:ext cx="0" cy="0"/>
          <a:chOff x="0" y="0"/>
          <a:chExt cx="0" cy="0"/>
        </a:xfrm>
      </p:grpSpPr>
      <p:sp>
        <p:nvSpPr>
          <p:cNvPr id="156" name="Google Shape;156;p17"/>
          <p:cNvSpPr txBox="1"/>
          <p:nvPr>
            <p:ph type="title"/>
          </p:nvPr>
        </p:nvSpPr>
        <p:spPr>
          <a:xfrm>
            <a:off x="4133725" y="1348548"/>
            <a:ext cx="4295100" cy="841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600"/>
              <a:buNone/>
              <a:defRPr sz="4300">
                <a:highlight>
                  <a:schemeClr val="lt1"/>
                </a:highligh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7" name="Google Shape;157;p17"/>
          <p:cNvSpPr txBox="1"/>
          <p:nvPr>
            <p:ph idx="1" type="subTitle"/>
          </p:nvPr>
        </p:nvSpPr>
        <p:spPr>
          <a:xfrm>
            <a:off x="4133775" y="2177473"/>
            <a:ext cx="4295100" cy="171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58" name="Google Shape;158;p17"/>
          <p:cNvPicPr preferRelativeResize="0"/>
          <p:nvPr/>
        </p:nvPicPr>
        <p:blipFill rotWithShape="1">
          <a:blip r:embed="rId2">
            <a:alphaModFix/>
          </a:blip>
          <a:srcRect b="0" l="0" r="0" t="0"/>
          <a:stretch/>
        </p:blipFill>
        <p:spPr>
          <a:xfrm flipH="1">
            <a:off x="4702178" y="4608495"/>
            <a:ext cx="819118" cy="638750"/>
          </a:xfrm>
          <a:prstGeom prst="rect">
            <a:avLst/>
          </a:prstGeom>
          <a:noFill/>
          <a:ln>
            <a:noFill/>
          </a:ln>
        </p:spPr>
      </p:pic>
      <p:pic>
        <p:nvPicPr>
          <p:cNvPr id="159" name="Google Shape;159;p17"/>
          <p:cNvPicPr preferRelativeResize="0"/>
          <p:nvPr/>
        </p:nvPicPr>
        <p:blipFill rotWithShape="1">
          <a:blip r:embed="rId3">
            <a:alphaModFix/>
          </a:blip>
          <a:srcRect b="0" l="0" r="0" t="0"/>
          <a:stretch/>
        </p:blipFill>
        <p:spPr>
          <a:xfrm rot="-3754608">
            <a:off x="7093831" y="-637424"/>
            <a:ext cx="2202095" cy="3028794"/>
          </a:xfrm>
          <a:prstGeom prst="rect">
            <a:avLst/>
          </a:prstGeom>
          <a:noFill/>
          <a:ln>
            <a:noFill/>
          </a:ln>
        </p:spPr>
      </p:pic>
      <p:pic>
        <p:nvPicPr>
          <p:cNvPr id="160" name="Google Shape;160;p17"/>
          <p:cNvPicPr preferRelativeResize="0"/>
          <p:nvPr/>
        </p:nvPicPr>
        <p:blipFill rotWithShape="1">
          <a:blip r:embed="rId4">
            <a:alphaModFix/>
          </a:blip>
          <a:srcRect b="0" l="0" r="0" t="0"/>
          <a:stretch/>
        </p:blipFill>
        <p:spPr>
          <a:xfrm flipH="1">
            <a:off x="1400905" y="-256964"/>
            <a:ext cx="809724" cy="83413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1" name="Shape 161"/>
        <p:cNvGrpSpPr/>
        <p:nvPr/>
      </p:nvGrpSpPr>
      <p:grpSpPr>
        <a:xfrm>
          <a:off x="0" y="0"/>
          <a:ext cx="0" cy="0"/>
          <a:chOff x="0" y="0"/>
          <a:chExt cx="0" cy="0"/>
        </a:xfrm>
      </p:grpSpPr>
      <p:sp>
        <p:nvSpPr>
          <p:cNvPr id="162" name="Google Shape;162;p18"/>
          <p:cNvSpPr txBox="1"/>
          <p:nvPr>
            <p:ph type="title"/>
          </p:nvPr>
        </p:nvSpPr>
        <p:spPr>
          <a:xfrm>
            <a:off x="715100" y="1777850"/>
            <a:ext cx="3821400" cy="1916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000"/>
              <a:buNone/>
              <a:defRPr sz="59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63" name="Google Shape;163;p18"/>
          <p:cNvSpPr txBox="1"/>
          <p:nvPr>
            <p:ph idx="2" type="title"/>
          </p:nvPr>
        </p:nvSpPr>
        <p:spPr>
          <a:xfrm>
            <a:off x="1764650" y="803961"/>
            <a:ext cx="1722300" cy="95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6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64" name="Google Shape;164;p18"/>
          <p:cNvSpPr txBox="1"/>
          <p:nvPr>
            <p:ph idx="1" type="subTitle"/>
          </p:nvPr>
        </p:nvSpPr>
        <p:spPr>
          <a:xfrm>
            <a:off x="715100" y="3694400"/>
            <a:ext cx="3821400" cy="64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65" name="Google Shape;165;p18"/>
          <p:cNvPicPr preferRelativeResize="0"/>
          <p:nvPr/>
        </p:nvPicPr>
        <p:blipFill rotWithShape="1">
          <a:blip r:embed="rId2">
            <a:alphaModFix/>
          </a:blip>
          <a:srcRect b="0" l="0" r="0" t="0"/>
          <a:stretch/>
        </p:blipFill>
        <p:spPr>
          <a:xfrm>
            <a:off x="7634451" y="-299139"/>
            <a:ext cx="809724" cy="834132"/>
          </a:xfrm>
          <a:prstGeom prst="rect">
            <a:avLst/>
          </a:prstGeom>
          <a:noFill/>
          <a:ln>
            <a:noFill/>
          </a:ln>
        </p:spPr>
      </p:pic>
      <p:pic>
        <p:nvPicPr>
          <p:cNvPr id="166" name="Google Shape;166;p18"/>
          <p:cNvPicPr preferRelativeResize="0"/>
          <p:nvPr/>
        </p:nvPicPr>
        <p:blipFill rotWithShape="1">
          <a:blip r:embed="rId3">
            <a:alphaModFix/>
          </a:blip>
          <a:srcRect b="0" l="0" r="0" t="0"/>
          <a:stretch/>
        </p:blipFill>
        <p:spPr>
          <a:xfrm rot="1920776">
            <a:off x="3717385" y="4404495"/>
            <a:ext cx="819118" cy="638750"/>
          </a:xfrm>
          <a:prstGeom prst="rect">
            <a:avLst/>
          </a:prstGeom>
          <a:noFill/>
          <a:ln>
            <a:noFill/>
          </a:ln>
        </p:spPr>
      </p:pic>
      <p:pic>
        <p:nvPicPr>
          <p:cNvPr id="167" name="Google Shape;167;p18"/>
          <p:cNvPicPr preferRelativeResize="0"/>
          <p:nvPr/>
        </p:nvPicPr>
        <p:blipFill rotWithShape="1">
          <a:blip r:embed="rId4">
            <a:alphaModFix/>
          </a:blip>
          <a:srcRect b="0" l="0" r="0" t="0"/>
          <a:stretch/>
        </p:blipFill>
        <p:spPr>
          <a:xfrm flipH="1" rot="4209962">
            <a:off x="-387822" y="-762061"/>
            <a:ext cx="2202096" cy="3028796"/>
          </a:xfrm>
          <a:prstGeom prst="rect">
            <a:avLst/>
          </a:prstGeom>
          <a:noFill/>
          <a:ln>
            <a:noFill/>
          </a:ln>
        </p:spPr>
      </p:pic>
      <p:pic>
        <p:nvPicPr>
          <p:cNvPr id="168" name="Google Shape;168;p18"/>
          <p:cNvPicPr preferRelativeResize="0"/>
          <p:nvPr/>
        </p:nvPicPr>
        <p:blipFill rotWithShape="1">
          <a:blip r:embed="rId5">
            <a:alphaModFix/>
          </a:blip>
          <a:srcRect b="0" l="0" r="0" t="0"/>
          <a:stretch/>
        </p:blipFill>
        <p:spPr>
          <a:xfrm>
            <a:off x="8058752" y="1066179"/>
            <a:ext cx="1124450" cy="107323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9" name="Shape 169"/>
        <p:cNvGrpSpPr/>
        <p:nvPr/>
      </p:nvGrpSpPr>
      <p:grpSpPr>
        <a:xfrm>
          <a:off x="0" y="0"/>
          <a:ext cx="0" cy="0"/>
          <a:chOff x="0" y="0"/>
          <a:chExt cx="0" cy="0"/>
        </a:xfrm>
      </p:grpSpPr>
      <p:sp>
        <p:nvSpPr>
          <p:cNvPr id="170" name="Google Shape;170;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1" name="Google Shape;171;p19"/>
          <p:cNvSpPr txBox="1"/>
          <p:nvPr>
            <p:ph idx="1" type="subTitle"/>
          </p:nvPr>
        </p:nvSpPr>
        <p:spPr>
          <a:xfrm>
            <a:off x="856262"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72" name="Google Shape;172;p19"/>
          <p:cNvSpPr txBox="1"/>
          <p:nvPr>
            <p:ph idx="2" type="subTitle"/>
          </p:nvPr>
        </p:nvSpPr>
        <p:spPr>
          <a:xfrm>
            <a:off x="856262"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 name="Google Shape;173;p19"/>
          <p:cNvSpPr txBox="1"/>
          <p:nvPr>
            <p:ph idx="3" type="subTitle"/>
          </p:nvPr>
        </p:nvSpPr>
        <p:spPr>
          <a:xfrm>
            <a:off x="3379121"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4" name="Google Shape;174;p19"/>
          <p:cNvSpPr txBox="1"/>
          <p:nvPr>
            <p:ph idx="4" type="subTitle"/>
          </p:nvPr>
        </p:nvSpPr>
        <p:spPr>
          <a:xfrm>
            <a:off x="5901980"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5" name="Google Shape;175;p19"/>
          <p:cNvSpPr txBox="1"/>
          <p:nvPr>
            <p:ph idx="5" type="subTitle"/>
          </p:nvPr>
        </p:nvSpPr>
        <p:spPr>
          <a:xfrm>
            <a:off x="3379121"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76" name="Google Shape;176;p19"/>
          <p:cNvSpPr txBox="1"/>
          <p:nvPr>
            <p:ph idx="6" type="subTitle"/>
          </p:nvPr>
        </p:nvSpPr>
        <p:spPr>
          <a:xfrm>
            <a:off x="5901980"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77" name="Google Shape;177;p19"/>
          <p:cNvGrpSpPr/>
          <p:nvPr/>
        </p:nvGrpSpPr>
        <p:grpSpPr>
          <a:xfrm>
            <a:off x="-647462" y="2147525"/>
            <a:ext cx="2601720" cy="3564053"/>
            <a:chOff x="-647462" y="2147525"/>
            <a:chExt cx="2601720" cy="3564053"/>
          </a:xfrm>
        </p:grpSpPr>
        <p:pic>
          <p:nvPicPr>
            <p:cNvPr id="178" name="Google Shape;178;p19"/>
            <p:cNvPicPr preferRelativeResize="0"/>
            <p:nvPr/>
          </p:nvPicPr>
          <p:blipFill rotWithShape="1">
            <a:blip r:embed="rId2">
              <a:alphaModFix/>
            </a:blip>
            <a:srcRect b="0" l="0" r="0" t="0"/>
            <a:stretch/>
          </p:blipFill>
          <p:spPr>
            <a:xfrm flipH="1">
              <a:off x="-647462" y="2619325"/>
              <a:ext cx="2202097" cy="3028797"/>
            </a:xfrm>
            <a:prstGeom prst="rect">
              <a:avLst/>
            </a:prstGeom>
            <a:noFill/>
            <a:ln>
              <a:noFill/>
            </a:ln>
          </p:spPr>
        </p:pic>
        <p:pic>
          <p:nvPicPr>
            <p:cNvPr id="179" name="Google Shape;179;p19"/>
            <p:cNvPicPr preferRelativeResize="0"/>
            <p:nvPr/>
          </p:nvPicPr>
          <p:blipFill rotWithShape="1">
            <a:blip r:embed="rId3">
              <a:alphaModFix/>
            </a:blip>
            <a:srcRect b="0" l="0" r="0" t="0"/>
            <a:stretch/>
          </p:blipFill>
          <p:spPr>
            <a:xfrm flipH="1">
              <a:off x="977133" y="4734453"/>
              <a:ext cx="977125" cy="977125"/>
            </a:xfrm>
            <a:prstGeom prst="rect">
              <a:avLst/>
            </a:prstGeom>
            <a:noFill/>
            <a:ln>
              <a:noFill/>
            </a:ln>
          </p:spPr>
        </p:pic>
        <p:pic>
          <p:nvPicPr>
            <p:cNvPr id="180" name="Google Shape;180;p19"/>
            <p:cNvPicPr preferRelativeResize="0"/>
            <p:nvPr/>
          </p:nvPicPr>
          <p:blipFill rotWithShape="1">
            <a:blip r:embed="rId4">
              <a:alphaModFix/>
            </a:blip>
            <a:srcRect b="0" l="0" r="0" t="0"/>
            <a:stretch/>
          </p:blipFill>
          <p:spPr>
            <a:xfrm flipH="1">
              <a:off x="266174" y="3456285"/>
              <a:ext cx="444766" cy="303486"/>
            </a:xfrm>
            <a:prstGeom prst="rect">
              <a:avLst/>
            </a:prstGeom>
            <a:noFill/>
            <a:ln>
              <a:noFill/>
            </a:ln>
          </p:spPr>
        </p:pic>
        <p:pic>
          <p:nvPicPr>
            <p:cNvPr id="181" name="Google Shape;181;p19"/>
            <p:cNvPicPr preferRelativeResize="0"/>
            <p:nvPr/>
          </p:nvPicPr>
          <p:blipFill rotWithShape="1">
            <a:blip r:embed="rId5">
              <a:alphaModFix/>
            </a:blip>
            <a:srcRect b="0" l="0" r="0" t="0"/>
            <a:stretch/>
          </p:blipFill>
          <p:spPr>
            <a:xfrm flipH="1">
              <a:off x="63562" y="2147525"/>
              <a:ext cx="570347" cy="554646"/>
            </a:xfrm>
            <a:prstGeom prst="rect">
              <a:avLst/>
            </a:prstGeom>
            <a:noFill/>
            <a:ln>
              <a:noFill/>
            </a:ln>
          </p:spPr>
        </p:pic>
      </p:grpSp>
      <p:grpSp>
        <p:nvGrpSpPr>
          <p:cNvPr id="182" name="Google Shape;182;p19"/>
          <p:cNvGrpSpPr/>
          <p:nvPr/>
        </p:nvGrpSpPr>
        <p:grpSpPr>
          <a:xfrm>
            <a:off x="8006404" y="3591789"/>
            <a:ext cx="1570091" cy="1844872"/>
            <a:chOff x="8006404" y="3591789"/>
            <a:chExt cx="1570091" cy="1844872"/>
          </a:xfrm>
        </p:grpSpPr>
        <p:pic>
          <p:nvPicPr>
            <p:cNvPr id="183" name="Google Shape;183;p19"/>
            <p:cNvPicPr preferRelativeResize="0"/>
            <p:nvPr/>
          </p:nvPicPr>
          <p:blipFill rotWithShape="1">
            <a:blip r:embed="rId6">
              <a:alphaModFix/>
            </a:blip>
            <a:srcRect b="0" l="0" r="0" t="0"/>
            <a:stretch/>
          </p:blipFill>
          <p:spPr>
            <a:xfrm flipH="1">
              <a:off x="8313169" y="4230911"/>
              <a:ext cx="1263326" cy="1205750"/>
            </a:xfrm>
            <a:prstGeom prst="rect">
              <a:avLst/>
            </a:prstGeom>
            <a:noFill/>
            <a:ln>
              <a:noFill/>
            </a:ln>
          </p:spPr>
        </p:pic>
        <p:pic>
          <p:nvPicPr>
            <p:cNvPr id="184" name="Google Shape;184;p19"/>
            <p:cNvPicPr preferRelativeResize="0"/>
            <p:nvPr/>
          </p:nvPicPr>
          <p:blipFill rotWithShape="1">
            <a:blip r:embed="rId7">
              <a:alphaModFix/>
            </a:blip>
            <a:srcRect b="0" l="0" r="0" t="0"/>
            <a:stretch/>
          </p:blipFill>
          <p:spPr>
            <a:xfrm flipH="1" rot="-1721566">
              <a:off x="8492362" y="3689435"/>
              <a:ext cx="511481" cy="409444"/>
            </a:xfrm>
            <a:prstGeom prst="rect">
              <a:avLst/>
            </a:prstGeom>
            <a:noFill/>
            <a:ln>
              <a:noFill/>
            </a:ln>
          </p:spPr>
        </p:pic>
        <p:pic>
          <p:nvPicPr>
            <p:cNvPr id="185" name="Google Shape;185;p19"/>
            <p:cNvPicPr preferRelativeResize="0"/>
            <p:nvPr/>
          </p:nvPicPr>
          <p:blipFill rotWithShape="1">
            <a:blip r:embed="rId8">
              <a:alphaModFix/>
            </a:blip>
            <a:srcRect b="0" l="0" r="0" t="0"/>
            <a:stretch/>
          </p:blipFill>
          <p:spPr>
            <a:xfrm flipH="1">
              <a:off x="8006404" y="4591135"/>
              <a:ext cx="554649" cy="485315"/>
            </a:xfrm>
            <a:prstGeom prst="rect">
              <a:avLst/>
            </a:prstGeom>
            <a:noFill/>
            <a:ln>
              <a:noFill/>
            </a:ln>
          </p:spPr>
        </p:pic>
      </p:grpSp>
      <p:grpSp>
        <p:nvGrpSpPr>
          <p:cNvPr id="186" name="Google Shape;186;p19"/>
          <p:cNvGrpSpPr/>
          <p:nvPr/>
        </p:nvGrpSpPr>
        <p:grpSpPr>
          <a:xfrm>
            <a:off x="7" y="-409164"/>
            <a:ext cx="1132541" cy="1536160"/>
            <a:chOff x="7" y="-409164"/>
            <a:chExt cx="1132541" cy="1536160"/>
          </a:xfrm>
        </p:grpSpPr>
        <p:pic>
          <p:nvPicPr>
            <p:cNvPr id="187" name="Google Shape;187;p19"/>
            <p:cNvPicPr preferRelativeResize="0"/>
            <p:nvPr/>
          </p:nvPicPr>
          <p:blipFill rotWithShape="1">
            <a:blip r:embed="rId9">
              <a:alphaModFix/>
            </a:blip>
            <a:srcRect b="0" l="0" r="0" t="0"/>
            <a:stretch/>
          </p:blipFill>
          <p:spPr>
            <a:xfrm flipH="1">
              <a:off x="7" y="-409164"/>
              <a:ext cx="977117" cy="977125"/>
            </a:xfrm>
            <a:prstGeom prst="rect">
              <a:avLst/>
            </a:prstGeom>
            <a:noFill/>
            <a:ln>
              <a:noFill/>
            </a:ln>
          </p:spPr>
        </p:pic>
        <p:pic>
          <p:nvPicPr>
            <p:cNvPr id="188" name="Google Shape;188;p19"/>
            <p:cNvPicPr preferRelativeResize="0"/>
            <p:nvPr/>
          </p:nvPicPr>
          <p:blipFill rotWithShape="1">
            <a:blip r:embed="rId10">
              <a:alphaModFix/>
            </a:blip>
            <a:srcRect b="0" l="0" r="0" t="0"/>
            <a:stretch/>
          </p:blipFill>
          <p:spPr>
            <a:xfrm flipH="1">
              <a:off x="776735" y="169090"/>
              <a:ext cx="355813" cy="324416"/>
            </a:xfrm>
            <a:prstGeom prst="rect">
              <a:avLst/>
            </a:prstGeom>
            <a:noFill/>
            <a:ln>
              <a:noFill/>
            </a:ln>
          </p:spPr>
        </p:pic>
        <p:pic>
          <p:nvPicPr>
            <p:cNvPr id="189" name="Google Shape;189;p19"/>
            <p:cNvPicPr preferRelativeResize="0"/>
            <p:nvPr/>
          </p:nvPicPr>
          <p:blipFill rotWithShape="1">
            <a:blip r:embed="rId11">
              <a:alphaModFix/>
            </a:blip>
            <a:srcRect b="0" l="0" r="0" t="0"/>
            <a:stretch/>
          </p:blipFill>
          <p:spPr>
            <a:xfrm flipH="1">
              <a:off x="168425" y="682233"/>
              <a:ext cx="570347" cy="444763"/>
            </a:xfrm>
            <a:prstGeom prst="rect">
              <a:avLst/>
            </a:prstGeom>
            <a:noFill/>
            <a:ln>
              <a:noFill/>
            </a:ln>
          </p:spPr>
        </p:pic>
      </p:grpSp>
      <p:grpSp>
        <p:nvGrpSpPr>
          <p:cNvPr id="190" name="Google Shape;190;p19"/>
          <p:cNvGrpSpPr/>
          <p:nvPr/>
        </p:nvGrpSpPr>
        <p:grpSpPr>
          <a:xfrm>
            <a:off x="6482396" y="-903760"/>
            <a:ext cx="3991478" cy="3616745"/>
            <a:chOff x="6482396" y="-903760"/>
            <a:chExt cx="3991478" cy="3616745"/>
          </a:xfrm>
        </p:grpSpPr>
        <p:pic>
          <p:nvPicPr>
            <p:cNvPr id="191" name="Google Shape;191;p19"/>
            <p:cNvPicPr preferRelativeResize="0"/>
            <p:nvPr/>
          </p:nvPicPr>
          <p:blipFill rotWithShape="1">
            <a:blip r:embed="rId12">
              <a:alphaModFix/>
            </a:blip>
            <a:srcRect b="0" l="0" r="0" t="0"/>
            <a:stretch/>
          </p:blipFill>
          <p:spPr>
            <a:xfrm flipH="1">
              <a:off x="8494133" y="451143"/>
              <a:ext cx="643602" cy="499705"/>
            </a:xfrm>
            <a:prstGeom prst="rect">
              <a:avLst/>
            </a:prstGeom>
            <a:noFill/>
            <a:ln>
              <a:noFill/>
            </a:ln>
          </p:spPr>
        </p:pic>
        <p:pic>
          <p:nvPicPr>
            <p:cNvPr id="192" name="Google Shape;192;p19"/>
            <p:cNvPicPr preferRelativeResize="0"/>
            <p:nvPr/>
          </p:nvPicPr>
          <p:blipFill rotWithShape="1">
            <a:blip r:embed="rId2">
              <a:alphaModFix/>
            </a:blip>
            <a:srcRect b="0" l="0" r="0" t="0"/>
            <a:stretch/>
          </p:blipFill>
          <p:spPr>
            <a:xfrm flipH="1" rot="9540140">
              <a:off x="7802239" y="-609785"/>
              <a:ext cx="2202096" cy="3028795"/>
            </a:xfrm>
            <a:prstGeom prst="rect">
              <a:avLst/>
            </a:prstGeom>
            <a:noFill/>
            <a:ln>
              <a:noFill/>
            </a:ln>
          </p:spPr>
        </p:pic>
        <p:pic>
          <p:nvPicPr>
            <p:cNvPr id="193" name="Google Shape;193;p19"/>
            <p:cNvPicPr preferRelativeResize="0"/>
            <p:nvPr/>
          </p:nvPicPr>
          <p:blipFill rotWithShape="1">
            <a:blip r:embed="rId13">
              <a:alphaModFix/>
            </a:blip>
            <a:srcRect b="0" l="0" r="0" t="0"/>
            <a:stretch/>
          </p:blipFill>
          <p:spPr>
            <a:xfrm flipH="1">
              <a:off x="6482396" y="-89724"/>
              <a:ext cx="243313" cy="344038"/>
            </a:xfrm>
            <a:prstGeom prst="rect">
              <a:avLst/>
            </a:prstGeom>
            <a:noFill/>
            <a:ln>
              <a:noFill/>
            </a:ln>
          </p:spPr>
        </p:pic>
        <p:pic>
          <p:nvPicPr>
            <p:cNvPr id="194" name="Google Shape;194;p19"/>
            <p:cNvPicPr preferRelativeResize="0"/>
            <p:nvPr/>
          </p:nvPicPr>
          <p:blipFill rotWithShape="1">
            <a:blip r:embed="rId9">
              <a:alphaModFix/>
            </a:blip>
            <a:srcRect b="0" l="0" r="0" t="0"/>
            <a:stretch/>
          </p:blipFill>
          <p:spPr>
            <a:xfrm>
              <a:off x="8641688" y="1017724"/>
              <a:ext cx="977125" cy="977125"/>
            </a:xfrm>
            <a:prstGeom prst="rect">
              <a:avLst/>
            </a:prstGeom>
            <a:noFill/>
            <a:ln>
              <a:noFill/>
            </a:ln>
          </p:spPr>
        </p:pic>
        <p:pic>
          <p:nvPicPr>
            <p:cNvPr id="195" name="Google Shape;195;p19"/>
            <p:cNvPicPr preferRelativeResize="0"/>
            <p:nvPr/>
          </p:nvPicPr>
          <p:blipFill rotWithShape="1">
            <a:blip r:embed="rId14">
              <a:alphaModFix/>
            </a:blip>
            <a:srcRect b="0" l="0" r="0" t="0"/>
            <a:stretch/>
          </p:blipFill>
          <p:spPr>
            <a:xfrm flipH="1" rot="4379860">
              <a:off x="8640014" y="1909118"/>
              <a:ext cx="374127" cy="354502"/>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96" name="Shape 196"/>
        <p:cNvGrpSpPr/>
        <p:nvPr/>
      </p:nvGrpSpPr>
      <p:grpSpPr>
        <a:xfrm>
          <a:off x="0" y="0"/>
          <a:ext cx="0" cy="0"/>
          <a:chOff x="0" y="0"/>
          <a:chExt cx="0" cy="0"/>
        </a:xfrm>
      </p:grpSpPr>
      <p:sp>
        <p:nvSpPr>
          <p:cNvPr id="197" name="Google Shape;197;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8" name="Google Shape;198;p20"/>
          <p:cNvSpPr txBox="1"/>
          <p:nvPr>
            <p:ph idx="1" type="subTitle"/>
          </p:nvPr>
        </p:nvSpPr>
        <p:spPr>
          <a:xfrm>
            <a:off x="2476375" y="1489400"/>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9" name="Google Shape;199;p20"/>
          <p:cNvSpPr txBox="1"/>
          <p:nvPr>
            <p:ph idx="2" type="subTitle"/>
          </p:nvPr>
        </p:nvSpPr>
        <p:spPr>
          <a:xfrm>
            <a:off x="2476375" y="2632974"/>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0" name="Google Shape;200;p20"/>
          <p:cNvSpPr txBox="1"/>
          <p:nvPr>
            <p:ph idx="3" type="subTitle"/>
          </p:nvPr>
        </p:nvSpPr>
        <p:spPr>
          <a:xfrm>
            <a:off x="2476375" y="3776473"/>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 name="Google Shape;201;p20"/>
          <p:cNvSpPr txBox="1"/>
          <p:nvPr>
            <p:ph idx="4" type="subTitle"/>
          </p:nvPr>
        </p:nvSpPr>
        <p:spPr>
          <a:xfrm>
            <a:off x="2476375" y="1801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 name="Google Shape;202;p20"/>
          <p:cNvSpPr txBox="1"/>
          <p:nvPr>
            <p:ph idx="5" type="subTitle"/>
          </p:nvPr>
        </p:nvSpPr>
        <p:spPr>
          <a:xfrm>
            <a:off x="2476375" y="29451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 name="Google Shape;203;p20"/>
          <p:cNvSpPr txBox="1"/>
          <p:nvPr>
            <p:ph idx="6" type="subTitle"/>
          </p:nvPr>
        </p:nvSpPr>
        <p:spPr>
          <a:xfrm>
            <a:off x="2476375" y="4088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04" name="Google Shape;204;p20"/>
          <p:cNvGrpSpPr/>
          <p:nvPr/>
        </p:nvGrpSpPr>
        <p:grpSpPr>
          <a:xfrm>
            <a:off x="6333553" y="2294425"/>
            <a:ext cx="3492619" cy="4345817"/>
            <a:chOff x="6333553" y="2294425"/>
            <a:chExt cx="3492619" cy="4345817"/>
          </a:xfrm>
        </p:grpSpPr>
        <p:pic>
          <p:nvPicPr>
            <p:cNvPr id="205" name="Google Shape;205;p20"/>
            <p:cNvPicPr preferRelativeResize="0"/>
            <p:nvPr/>
          </p:nvPicPr>
          <p:blipFill rotWithShape="1">
            <a:blip r:embed="rId2">
              <a:alphaModFix/>
            </a:blip>
            <a:srcRect b="0" l="0" r="0" t="0"/>
            <a:stretch/>
          </p:blipFill>
          <p:spPr>
            <a:xfrm rot="1970253">
              <a:off x="6978814" y="3256377"/>
              <a:ext cx="2202098" cy="3028795"/>
            </a:xfrm>
            <a:prstGeom prst="rect">
              <a:avLst/>
            </a:prstGeom>
            <a:noFill/>
            <a:ln>
              <a:noFill/>
            </a:ln>
          </p:spPr>
        </p:pic>
        <p:pic>
          <p:nvPicPr>
            <p:cNvPr id="206" name="Google Shape;206;p20"/>
            <p:cNvPicPr preferRelativeResize="0"/>
            <p:nvPr/>
          </p:nvPicPr>
          <p:blipFill rotWithShape="1">
            <a:blip r:embed="rId3">
              <a:alphaModFix/>
            </a:blip>
            <a:srcRect b="0" l="0" r="0" t="0"/>
            <a:stretch/>
          </p:blipFill>
          <p:spPr>
            <a:xfrm>
              <a:off x="8753829" y="2677053"/>
              <a:ext cx="977125" cy="977125"/>
            </a:xfrm>
            <a:prstGeom prst="rect">
              <a:avLst/>
            </a:prstGeom>
            <a:noFill/>
            <a:ln>
              <a:noFill/>
            </a:ln>
          </p:spPr>
        </p:pic>
        <p:pic>
          <p:nvPicPr>
            <p:cNvPr id="207" name="Google Shape;207;p20"/>
            <p:cNvPicPr preferRelativeResize="0"/>
            <p:nvPr/>
          </p:nvPicPr>
          <p:blipFill rotWithShape="1">
            <a:blip r:embed="rId4">
              <a:alphaModFix/>
            </a:blip>
            <a:srcRect b="0" l="0" r="0" t="0"/>
            <a:stretch/>
          </p:blipFill>
          <p:spPr>
            <a:xfrm>
              <a:off x="8428903" y="2294425"/>
              <a:ext cx="570347" cy="554646"/>
            </a:xfrm>
            <a:prstGeom prst="rect">
              <a:avLst/>
            </a:prstGeom>
            <a:noFill/>
            <a:ln>
              <a:noFill/>
            </a:ln>
          </p:spPr>
        </p:pic>
      </p:grpSp>
      <p:grpSp>
        <p:nvGrpSpPr>
          <p:cNvPr id="208" name="Google Shape;208;p20"/>
          <p:cNvGrpSpPr/>
          <p:nvPr/>
        </p:nvGrpSpPr>
        <p:grpSpPr>
          <a:xfrm>
            <a:off x="7798821" y="-265576"/>
            <a:ext cx="1607196" cy="1728072"/>
            <a:chOff x="7798821" y="-265576"/>
            <a:chExt cx="1607196" cy="1728072"/>
          </a:xfrm>
        </p:grpSpPr>
        <p:pic>
          <p:nvPicPr>
            <p:cNvPr id="209" name="Google Shape;209;p20"/>
            <p:cNvPicPr preferRelativeResize="0"/>
            <p:nvPr/>
          </p:nvPicPr>
          <p:blipFill rotWithShape="1">
            <a:blip r:embed="rId5">
              <a:alphaModFix/>
            </a:blip>
            <a:srcRect b="0" l="0" r="0" t="0"/>
            <a:stretch/>
          </p:blipFill>
          <p:spPr>
            <a:xfrm>
              <a:off x="8428900" y="-265576"/>
              <a:ext cx="977117" cy="977125"/>
            </a:xfrm>
            <a:prstGeom prst="rect">
              <a:avLst/>
            </a:prstGeom>
            <a:noFill/>
            <a:ln>
              <a:noFill/>
            </a:ln>
          </p:spPr>
        </p:pic>
        <p:pic>
          <p:nvPicPr>
            <p:cNvPr id="210" name="Google Shape;210;p20"/>
            <p:cNvPicPr preferRelativeResize="0"/>
            <p:nvPr/>
          </p:nvPicPr>
          <p:blipFill rotWithShape="1">
            <a:blip r:embed="rId6">
              <a:alphaModFix/>
            </a:blip>
            <a:srcRect b="0" l="0" r="0" t="0"/>
            <a:stretch/>
          </p:blipFill>
          <p:spPr>
            <a:xfrm>
              <a:off x="8428897" y="374726"/>
              <a:ext cx="507952" cy="484800"/>
            </a:xfrm>
            <a:prstGeom prst="rect">
              <a:avLst/>
            </a:prstGeom>
            <a:noFill/>
            <a:ln>
              <a:noFill/>
            </a:ln>
          </p:spPr>
        </p:pic>
        <p:pic>
          <p:nvPicPr>
            <p:cNvPr id="211" name="Google Shape;211;p20"/>
            <p:cNvPicPr preferRelativeResize="0"/>
            <p:nvPr/>
          </p:nvPicPr>
          <p:blipFill rotWithShape="1">
            <a:blip r:embed="rId7">
              <a:alphaModFix/>
            </a:blip>
            <a:srcRect b="0" l="0" r="0" t="0"/>
            <a:stretch/>
          </p:blipFill>
          <p:spPr>
            <a:xfrm>
              <a:off x="7798821" y="71235"/>
              <a:ext cx="444766" cy="303486"/>
            </a:xfrm>
            <a:prstGeom prst="rect">
              <a:avLst/>
            </a:prstGeom>
            <a:noFill/>
            <a:ln>
              <a:noFill/>
            </a:ln>
          </p:spPr>
        </p:pic>
        <p:pic>
          <p:nvPicPr>
            <p:cNvPr id="212" name="Google Shape;212;p20"/>
            <p:cNvPicPr preferRelativeResize="0"/>
            <p:nvPr/>
          </p:nvPicPr>
          <p:blipFill rotWithShape="1">
            <a:blip r:embed="rId8">
              <a:alphaModFix/>
            </a:blip>
            <a:srcRect b="0" l="0" r="0" t="0"/>
            <a:stretch/>
          </p:blipFill>
          <p:spPr>
            <a:xfrm>
              <a:off x="8753827" y="1017733"/>
              <a:ext cx="570347" cy="444763"/>
            </a:xfrm>
            <a:prstGeom prst="rect">
              <a:avLst/>
            </a:prstGeom>
            <a:noFill/>
            <a:ln>
              <a:noFill/>
            </a:ln>
          </p:spPr>
        </p:pic>
      </p:grpSp>
      <p:grpSp>
        <p:nvGrpSpPr>
          <p:cNvPr id="213" name="Google Shape;213;p20"/>
          <p:cNvGrpSpPr/>
          <p:nvPr/>
        </p:nvGrpSpPr>
        <p:grpSpPr>
          <a:xfrm>
            <a:off x="-855488" y="-983760"/>
            <a:ext cx="3141174" cy="3616745"/>
            <a:chOff x="-855488" y="-983760"/>
            <a:chExt cx="3141174" cy="3616745"/>
          </a:xfrm>
        </p:grpSpPr>
        <p:pic>
          <p:nvPicPr>
            <p:cNvPr id="214" name="Google Shape;214;p20"/>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215" name="Google Shape;215;p20"/>
            <p:cNvPicPr preferRelativeResize="0"/>
            <p:nvPr/>
          </p:nvPicPr>
          <p:blipFill rotWithShape="1">
            <a:blip r:embed="rId2">
              <a:alphaModFix/>
            </a:blip>
            <a:srcRect b="0" l="0" r="0" t="0"/>
            <a:stretch/>
          </p:blipFill>
          <p:spPr>
            <a:xfrm rot="-9540140">
              <a:off x="-385949" y="-689785"/>
              <a:ext cx="2202096" cy="3028795"/>
            </a:xfrm>
            <a:prstGeom prst="rect">
              <a:avLst/>
            </a:prstGeom>
            <a:noFill/>
            <a:ln>
              <a:noFill/>
            </a:ln>
          </p:spPr>
        </p:pic>
        <p:pic>
          <p:nvPicPr>
            <p:cNvPr id="216" name="Google Shape;216;p20"/>
            <p:cNvPicPr preferRelativeResize="0"/>
            <p:nvPr/>
          </p:nvPicPr>
          <p:blipFill rotWithShape="1">
            <a:blip r:embed="rId10">
              <a:alphaModFix/>
            </a:blip>
            <a:srcRect b="0" l="0" r="0" t="0"/>
            <a:stretch/>
          </p:blipFill>
          <p:spPr>
            <a:xfrm>
              <a:off x="166284" y="1988468"/>
              <a:ext cx="374127" cy="354503"/>
            </a:xfrm>
            <a:prstGeom prst="rect">
              <a:avLst/>
            </a:prstGeom>
            <a:noFill/>
            <a:ln>
              <a:noFill/>
            </a:ln>
          </p:spPr>
        </p:pic>
        <p:pic>
          <p:nvPicPr>
            <p:cNvPr id="217" name="Google Shape;217;p20"/>
            <p:cNvPicPr preferRelativeResize="0"/>
            <p:nvPr/>
          </p:nvPicPr>
          <p:blipFill rotWithShape="1">
            <a:blip r:embed="rId11">
              <a:alphaModFix/>
            </a:blip>
            <a:srcRect b="0" l="0" r="0" t="0"/>
            <a:stretch/>
          </p:blipFill>
          <p:spPr>
            <a:xfrm>
              <a:off x="-5" y="-442126"/>
              <a:ext cx="977117" cy="977125"/>
            </a:xfrm>
            <a:prstGeom prst="rect">
              <a:avLst/>
            </a:prstGeom>
            <a:noFill/>
            <a:ln>
              <a:noFill/>
            </a:ln>
          </p:spPr>
        </p:pic>
      </p:grpSp>
      <p:grpSp>
        <p:nvGrpSpPr>
          <p:cNvPr id="218" name="Google Shape;218;p20"/>
          <p:cNvGrpSpPr/>
          <p:nvPr/>
        </p:nvGrpSpPr>
        <p:grpSpPr>
          <a:xfrm>
            <a:off x="-88280" y="4170685"/>
            <a:ext cx="1140167" cy="1122346"/>
            <a:chOff x="-88280" y="4170685"/>
            <a:chExt cx="1140167" cy="1122346"/>
          </a:xfrm>
        </p:grpSpPr>
        <p:pic>
          <p:nvPicPr>
            <p:cNvPr id="219" name="Google Shape;219;p20"/>
            <p:cNvPicPr preferRelativeResize="0"/>
            <p:nvPr/>
          </p:nvPicPr>
          <p:blipFill rotWithShape="1">
            <a:blip r:embed="rId12">
              <a:alphaModFix/>
            </a:blip>
            <a:srcRect b="0" l="0" r="0" t="0"/>
            <a:stretch/>
          </p:blipFill>
          <p:spPr>
            <a:xfrm>
              <a:off x="11139" y="4968615"/>
              <a:ext cx="355813" cy="324416"/>
            </a:xfrm>
            <a:prstGeom prst="rect">
              <a:avLst/>
            </a:prstGeom>
            <a:noFill/>
            <a:ln>
              <a:noFill/>
            </a:ln>
          </p:spPr>
        </p:pic>
        <p:pic>
          <p:nvPicPr>
            <p:cNvPr id="220" name="Google Shape;220;p20"/>
            <p:cNvPicPr preferRelativeResize="0"/>
            <p:nvPr/>
          </p:nvPicPr>
          <p:blipFill rotWithShape="1">
            <a:blip r:embed="rId13">
              <a:alphaModFix/>
            </a:blip>
            <a:srcRect b="0" l="0" r="0" t="0"/>
            <a:stretch/>
          </p:blipFill>
          <p:spPr>
            <a:xfrm>
              <a:off x="540406" y="4734060"/>
              <a:ext cx="511481" cy="409444"/>
            </a:xfrm>
            <a:prstGeom prst="rect">
              <a:avLst/>
            </a:prstGeom>
            <a:noFill/>
            <a:ln>
              <a:noFill/>
            </a:ln>
          </p:spPr>
        </p:pic>
        <p:pic>
          <p:nvPicPr>
            <p:cNvPr id="221" name="Google Shape;221;p20"/>
            <p:cNvPicPr preferRelativeResize="0"/>
            <p:nvPr/>
          </p:nvPicPr>
          <p:blipFill rotWithShape="1">
            <a:blip r:embed="rId14">
              <a:alphaModFix/>
            </a:blip>
            <a:srcRect b="0" l="0" r="0" t="0"/>
            <a:stretch/>
          </p:blipFill>
          <p:spPr>
            <a:xfrm>
              <a:off x="-88280" y="4170685"/>
              <a:ext cx="554649" cy="485315"/>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 name="Shape 222"/>
        <p:cNvGrpSpPr/>
        <p:nvPr/>
      </p:nvGrpSpPr>
      <p:grpSpPr>
        <a:xfrm>
          <a:off x="0" y="0"/>
          <a:ext cx="0" cy="0"/>
          <a:chOff x="0" y="0"/>
          <a:chExt cx="0" cy="0"/>
        </a:xfrm>
      </p:grpSpPr>
      <p:sp>
        <p:nvSpPr>
          <p:cNvPr id="223" name="Google Shape;223;p21"/>
          <p:cNvSpPr/>
          <p:nvPr>
            <p:ph idx="2" type="pic"/>
          </p:nvPr>
        </p:nvSpPr>
        <p:spPr>
          <a:xfrm>
            <a:off x="0" y="0"/>
            <a:ext cx="9144000" cy="5143500"/>
          </a:xfrm>
          <a:prstGeom prst="rect">
            <a:avLst/>
          </a:prstGeom>
          <a:noFill/>
          <a:ln>
            <a:noFill/>
          </a:ln>
        </p:spPr>
      </p:sp>
      <p:sp>
        <p:nvSpPr>
          <p:cNvPr id="224" name="Google Shape;224;p21"/>
          <p:cNvSpPr txBox="1"/>
          <p:nvPr>
            <p:ph type="title"/>
          </p:nvPr>
        </p:nvSpPr>
        <p:spPr>
          <a:xfrm>
            <a:off x="715100" y="3341675"/>
            <a:ext cx="4647600" cy="1143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25" name="Shape 225"/>
        <p:cNvGrpSpPr/>
        <p:nvPr/>
      </p:nvGrpSpPr>
      <p:grpSpPr>
        <a:xfrm>
          <a:off x="0" y="0"/>
          <a:ext cx="0" cy="0"/>
          <a:chOff x="0" y="0"/>
          <a:chExt cx="0" cy="0"/>
        </a:xfrm>
      </p:grpSpPr>
      <p:sp>
        <p:nvSpPr>
          <p:cNvPr id="226" name="Google Shape;226;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7" name="Google Shape;227;p22"/>
          <p:cNvSpPr txBox="1"/>
          <p:nvPr>
            <p:ph idx="1" type="subTitle"/>
          </p:nvPr>
        </p:nvSpPr>
        <p:spPr>
          <a:xfrm>
            <a:off x="196666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8" name="Google Shape;228;p22"/>
          <p:cNvSpPr txBox="1"/>
          <p:nvPr>
            <p:ph idx="2" type="subTitle"/>
          </p:nvPr>
        </p:nvSpPr>
        <p:spPr>
          <a:xfrm>
            <a:off x="1966713"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 name="Google Shape;229;p22"/>
          <p:cNvSpPr txBox="1"/>
          <p:nvPr>
            <p:ph idx="3" type="subTitle"/>
          </p:nvPr>
        </p:nvSpPr>
        <p:spPr>
          <a:xfrm>
            <a:off x="5482609"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0" name="Google Shape;230;p22"/>
          <p:cNvSpPr txBox="1"/>
          <p:nvPr>
            <p:ph idx="4" type="subTitle"/>
          </p:nvPr>
        </p:nvSpPr>
        <p:spPr>
          <a:xfrm>
            <a:off x="1966713"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1" name="Google Shape;231;p22"/>
          <p:cNvSpPr txBox="1"/>
          <p:nvPr>
            <p:ph idx="5" type="subTitle"/>
          </p:nvPr>
        </p:nvSpPr>
        <p:spPr>
          <a:xfrm>
            <a:off x="5482609"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 name="Google Shape;232;p22"/>
          <p:cNvSpPr txBox="1"/>
          <p:nvPr>
            <p:ph idx="6" type="subTitle"/>
          </p:nvPr>
        </p:nvSpPr>
        <p:spPr>
          <a:xfrm>
            <a:off x="1966713"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3" name="Google Shape;233;p22"/>
          <p:cNvSpPr txBox="1"/>
          <p:nvPr>
            <p:ph idx="7" type="subTitle"/>
          </p:nvPr>
        </p:nvSpPr>
        <p:spPr>
          <a:xfrm>
            <a:off x="548261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4" name="Google Shape;234;p22"/>
          <p:cNvSpPr txBox="1"/>
          <p:nvPr>
            <p:ph idx="8" type="subTitle"/>
          </p:nvPr>
        </p:nvSpPr>
        <p:spPr>
          <a:xfrm>
            <a:off x="5482609"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235" name="Google Shape;235;p22"/>
          <p:cNvGrpSpPr/>
          <p:nvPr/>
        </p:nvGrpSpPr>
        <p:grpSpPr>
          <a:xfrm>
            <a:off x="6806574" y="-963374"/>
            <a:ext cx="3548696" cy="3744459"/>
            <a:chOff x="6806574" y="-963374"/>
            <a:chExt cx="3548696" cy="3744459"/>
          </a:xfrm>
        </p:grpSpPr>
        <p:pic>
          <p:nvPicPr>
            <p:cNvPr id="236" name="Google Shape;236;p22"/>
            <p:cNvPicPr preferRelativeResize="0"/>
            <p:nvPr/>
          </p:nvPicPr>
          <p:blipFill rotWithShape="1">
            <a:blip r:embed="rId2">
              <a:alphaModFix/>
            </a:blip>
            <a:srcRect b="0" l="0" r="0" t="0"/>
            <a:stretch/>
          </p:blipFill>
          <p:spPr>
            <a:xfrm flipH="1" rot="8678350">
              <a:off x="7479875" y="-605542"/>
              <a:ext cx="2202095" cy="3028795"/>
            </a:xfrm>
            <a:prstGeom prst="rect">
              <a:avLst/>
            </a:prstGeom>
            <a:noFill/>
            <a:ln>
              <a:noFill/>
            </a:ln>
          </p:spPr>
        </p:pic>
        <p:pic>
          <p:nvPicPr>
            <p:cNvPr id="237" name="Google Shape;237;p22"/>
            <p:cNvPicPr preferRelativeResize="0"/>
            <p:nvPr/>
          </p:nvPicPr>
          <p:blipFill rotWithShape="1">
            <a:blip r:embed="rId3">
              <a:alphaModFix/>
            </a:blip>
            <a:srcRect b="0" l="0" r="0" t="0"/>
            <a:stretch/>
          </p:blipFill>
          <p:spPr>
            <a:xfrm flipH="1" rot="10800000">
              <a:off x="6806579" y="-484273"/>
              <a:ext cx="977125" cy="977125"/>
            </a:xfrm>
            <a:prstGeom prst="rect">
              <a:avLst/>
            </a:prstGeom>
            <a:noFill/>
            <a:ln>
              <a:noFill/>
            </a:ln>
          </p:spPr>
        </p:pic>
        <p:pic>
          <p:nvPicPr>
            <p:cNvPr id="238" name="Google Shape;238;p22"/>
            <p:cNvPicPr preferRelativeResize="0"/>
            <p:nvPr/>
          </p:nvPicPr>
          <p:blipFill rotWithShape="1">
            <a:blip r:embed="rId4">
              <a:alphaModFix/>
            </a:blip>
            <a:srcRect b="0" l="0" r="0" t="0"/>
            <a:stretch/>
          </p:blipFill>
          <p:spPr>
            <a:xfrm flipH="1" rot="10800000">
              <a:off x="8295753" y="1017733"/>
              <a:ext cx="570347" cy="554646"/>
            </a:xfrm>
            <a:prstGeom prst="rect">
              <a:avLst/>
            </a:prstGeom>
            <a:noFill/>
            <a:ln>
              <a:noFill/>
            </a:ln>
          </p:spPr>
        </p:pic>
      </p:grpSp>
      <p:grpSp>
        <p:nvGrpSpPr>
          <p:cNvPr id="239" name="Google Shape;239;p22"/>
          <p:cNvGrpSpPr/>
          <p:nvPr/>
        </p:nvGrpSpPr>
        <p:grpSpPr>
          <a:xfrm>
            <a:off x="8274438" y="3651809"/>
            <a:ext cx="1099211" cy="1933810"/>
            <a:chOff x="8274438" y="3651809"/>
            <a:chExt cx="1099211" cy="1933810"/>
          </a:xfrm>
        </p:grpSpPr>
        <p:pic>
          <p:nvPicPr>
            <p:cNvPr id="240" name="Google Shape;240;p22"/>
            <p:cNvPicPr preferRelativeResize="0"/>
            <p:nvPr/>
          </p:nvPicPr>
          <p:blipFill rotWithShape="1">
            <a:blip r:embed="rId5">
              <a:alphaModFix/>
            </a:blip>
            <a:srcRect b="0" l="0" r="0" t="0"/>
            <a:stretch/>
          </p:blipFill>
          <p:spPr>
            <a:xfrm flipH="1" rot="10800000">
              <a:off x="8274438" y="4608494"/>
              <a:ext cx="977117" cy="977125"/>
            </a:xfrm>
            <a:prstGeom prst="rect">
              <a:avLst/>
            </a:prstGeom>
            <a:noFill/>
            <a:ln>
              <a:noFill/>
            </a:ln>
          </p:spPr>
        </p:pic>
        <p:pic>
          <p:nvPicPr>
            <p:cNvPr id="241" name="Google Shape;241;p22"/>
            <p:cNvPicPr preferRelativeResize="0"/>
            <p:nvPr/>
          </p:nvPicPr>
          <p:blipFill rotWithShape="1">
            <a:blip r:embed="rId6">
              <a:alphaModFix/>
            </a:blip>
            <a:srcRect b="0" l="0" r="0" t="0"/>
            <a:stretch/>
          </p:blipFill>
          <p:spPr>
            <a:xfrm flipH="1" rot="10800000">
              <a:off x="8358546" y="4168159"/>
              <a:ext cx="444766" cy="303486"/>
            </a:xfrm>
            <a:prstGeom prst="rect">
              <a:avLst/>
            </a:prstGeom>
            <a:noFill/>
            <a:ln>
              <a:noFill/>
            </a:ln>
          </p:spPr>
        </p:pic>
        <p:pic>
          <p:nvPicPr>
            <p:cNvPr id="242" name="Google Shape;242;p22"/>
            <p:cNvPicPr preferRelativeResize="0"/>
            <p:nvPr/>
          </p:nvPicPr>
          <p:blipFill rotWithShape="1">
            <a:blip r:embed="rId7">
              <a:alphaModFix/>
            </a:blip>
            <a:srcRect b="0" l="0" r="0" t="0"/>
            <a:stretch/>
          </p:blipFill>
          <p:spPr>
            <a:xfrm flipH="1" rot="10800000">
              <a:off x="8803302" y="3651809"/>
              <a:ext cx="570347" cy="444763"/>
            </a:xfrm>
            <a:prstGeom prst="rect">
              <a:avLst/>
            </a:prstGeom>
            <a:noFill/>
            <a:ln>
              <a:noFill/>
            </a:ln>
          </p:spPr>
        </p:pic>
      </p:grpSp>
      <p:grpSp>
        <p:nvGrpSpPr>
          <p:cNvPr id="243" name="Google Shape;243;p22"/>
          <p:cNvGrpSpPr/>
          <p:nvPr/>
        </p:nvGrpSpPr>
        <p:grpSpPr>
          <a:xfrm>
            <a:off x="-443760" y="-484280"/>
            <a:ext cx="1327450" cy="1609183"/>
            <a:chOff x="-443760" y="-484280"/>
            <a:chExt cx="1327450" cy="1609183"/>
          </a:xfrm>
        </p:grpSpPr>
        <p:pic>
          <p:nvPicPr>
            <p:cNvPr id="244" name="Google Shape;244;p22"/>
            <p:cNvPicPr preferRelativeResize="0"/>
            <p:nvPr/>
          </p:nvPicPr>
          <p:blipFill rotWithShape="1">
            <a:blip r:embed="rId8">
              <a:alphaModFix/>
            </a:blip>
            <a:srcRect b="0" l="0" r="0" t="0"/>
            <a:stretch/>
          </p:blipFill>
          <p:spPr>
            <a:xfrm flipH="1" rot="10800000">
              <a:off x="-443760" y="-484280"/>
              <a:ext cx="1327450" cy="1266949"/>
            </a:xfrm>
            <a:prstGeom prst="rect">
              <a:avLst/>
            </a:prstGeom>
            <a:noFill/>
            <a:ln>
              <a:noFill/>
            </a:ln>
          </p:spPr>
        </p:pic>
        <p:pic>
          <p:nvPicPr>
            <p:cNvPr id="245" name="Google Shape;245;p22"/>
            <p:cNvPicPr preferRelativeResize="0"/>
            <p:nvPr/>
          </p:nvPicPr>
          <p:blipFill rotWithShape="1">
            <a:blip r:embed="rId9">
              <a:alphaModFix/>
            </a:blip>
            <a:srcRect b="0" l="0" r="0" t="0"/>
            <a:stretch/>
          </p:blipFill>
          <p:spPr>
            <a:xfrm flipH="1" rot="10800000">
              <a:off x="314143" y="125564"/>
              <a:ext cx="511481" cy="409444"/>
            </a:xfrm>
            <a:prstGeom prst="rect">
              <a:avLst/>
            </a:prstGeom>
            <a:noFill/>
            <a:ln>
              <a:noFill/>
            </a:ln>
          </p:spPr>
        </p:pic>
        <p:pic>
          <p:nvPicPr>
            <p:cNvPr id="246" name="Google Shape;246;p22"/>
            <p:cNvPicPr preferRelativeResize="0"/>
            <p:nvPr/>
          </p:nvPicPr>
          <p:blipFill rotWithShape="1">
            <a:blip r:embed="rId10">
              <a:alphaModFix/>
            </a:blip>
            <a:srcRect b="0" l="0" r="0" t="0"/>
            <a:stretch/>
          </p:blipFill>
          <p:spPr>
            <a:xfrm flipH="1" rot="10800000">
              <a:off x="143164" y="800487"/>
              <a:ext cx="355813" cy="324416"/>
            </a:xfrm>
            <a:prstGeom prst="rect">
              <a:avLst/>
            </a:prstGeom>
            <a:noFill/>
            <a:ln>
              <a:noFill/>
            </a:ln>
          </p:spPr>
        </p:pic>
      </p:grpSp>
      <p:grpSp>
        <p:nvGrpSpPr>
          <p:cNvPr id="247" name="Google Shape;247;p22"/>
          <p:cNvGrpSpPr/>
          <p:nvPr/>
        </p:nvGrpSpPr>
        <p:grpSpPr>
          <a:xfrm>
            <a:off x="-1000725" y="2362045"/>
            <a:ext cx="3445978" cy="3616745"/>
            <a:chOff x="-1000725" y="2362045"/>
            <a:chExt cx="3445978" cy="3616745"/>
          </a:xfrm>
        </p:grpSpPr>
        <p:pic>
          <p:nvPicPr>
            <p:cNvPr id="248" name="Google Shape;248;p22"/>
            <p:cNvPicPr preferRelativeResize="0"/>
            <p:nvPr/>
          </p:nvPicPr>
          <p:blipFill rotWithShape="1">
            <a:blip r:embed="rId11">
              <a:alphaModFix/>
            </a:blip>
            <a:srcRect b="0" l="0" r="0" t="0"/>
            <a:stretch/>
          </p:blipFill>
          <p:spPr>
            <a:xfrm flipH="1" rot="10800000">
              <a:off x="1801651" y="4471657"/>
              <a:ext cx="643602" cy="499705"/>
            </a:xfrm>
            <a:prstGeom prst="rect">
              <a:avLst/>
            </a:prstGeom>
            <a:noFill/>
            <a:ln>
              <a:noFill/>
            </a:ln>
          </p:spPr>
        </p:pic>
        <p:pic>
          <p:nvPicPr>
            <p:cNvPr id="249" name="Google Shape;249;p22"/>
            <p:cNvPicPr preferRelativeResize="0"/>
            <p:nvPr/>
          </p:nvPicPr>
          <p:blipFill rotWithShape="1">
            <a:blip r:embed="rId2">
              <a:alphaModFix/>
            </a:blip>
            <a:srcRect b="0" l="0" r="0" t="0"/>
            <a:stretch/>
          </p:blipFill>
          <p:spPr>
            <a:xfrm flipH="1" rot="-1259860">
              <a:off x="-531186" y="2656020"/>
              <a:ext cx="2202096" cy="3028795"/>
            </a:xfrm>
            <a:prstGeom prst="rect">
              <a:avLst/>
            </a:prstGeom>
            <a:noFill/>
            <a:ln>
              <a:noFill/>
            </a:ln>
          </p:spPr>
        </p:pic>
        <p:pic>
          <p:nvPicPr>
            <p:cNvPr id="250" name="Google Shape;250;p22"/>
            <p:cNvPicPr preferRelativeResize="0"/>
            <p:nvPr/>
          </p:nvPicPr>
          <p:blipFill rotWithShape="1">
            <a:blip r:embed="rId12">
              <a:alphaModFix/>
            </a:blip>
            <a:srcRect b="0" l="0" r="0" t="0"/>
            <a:stretch/>
          </p:blipFill>
          <p:spPr>
            <a:xfrm flipH="1" rot="10800000">
              <a:off x="292545" y="3483605"/>
              <a:ext cx="554649" cy="485315"/>
            </a:xfrm>
            <a:prstGeom prst="rect">
              <a:avLst/>
            </a:prstGeom>
            <a:noFill/>
            <a:ln>
              <a:noFill/>
            </a:ln>
          </p:spPr>
        </p:pic>
        <p:pic>
          <p:nvPicPr>
            <p:cNvPr id="251" name="Google Shape;251;p22"/>
            <p:cNvPicPr preferRelativeResize="0"/>
            <p:nvPr/>
          </p:nvPicPr>
          <p:blipFill rotWithShape="1">
            <a:blip r:embed="rId13">
              <a:alphaModFix/>
            </a:blip>
            <a:srcRect b="0" l="0" r="0" t="0"/>
            <a:stretch/>
          </p:blipFill>
          <p:spPr>
            <a:xfrm flipH="1" rot="10800000">
              <a:off x="-268605" y="2483206"/>
              <a:ext cx="977117" cy="977125"/>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2" name="Shape 252"/>
        <p:cNvGrpSpPr/>
        <p:nvPr/>
      </p:nvGrpSpPr>
      <p:grpSpPr>
        <a:xfrm>
          <a:off x="0" y="0"/>
          <a:ext cx="0" cy="0"/>
          <a:chOff x="0" y="0"/>
          <a:chExt cx="0" cy="0"/>
        </a:xfrm>
      </p:grpSpPr>
      <p:sp>
        <p:nvSpPr>
          <p:cNvPr id="253" name="Google Shape;253;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54" name="Google Shape;254;p23"/>
          <p:cNvGrpSpPr/>
          <p:nvPr/>
        </p:nvGrpSpPr>
        <p:grpSpPr>
          <a:xfrm>
            <a:off x="-1260034" y="-1217188"/>
            <a:ext cx="3740618" cy="3504363"/>
            <a:chOff x="-1260034" y="-1217188"/>
            <a:chExt cx="3740618" cy="3504363"/>
          </a:xfrm>
        </p:grpSpPr>
        <p:pic>
          <p:nvPicPr>
            <p:cNvPr id="255" name="Google Shape;255;p23"/>
            <p:cNvPicPr preferRelativeResize="0"/>
            <p:nvPr/>
          </p:nvPicPr>
          <p:blipFill rotWithShape="1">
            <a:blip r:embed="rId2">
              <a:alphaModFix/>
            </a:blip>
            <a:srcRect b="0" l="0" r="0" t="0"/>
            <a:stretch/>
          </p:blipFill>
          <p:spPr>
            <a:xfrm flipH="1" rot="10800000">
              <a:off x="1724056" y="-134611"/>
              <a:ext cx="511481" cy="409444"/>
            </a:xfrm>
            <a:prstGeom prst="rect">
              <a:avLst/>
            </a:prstGeom>
            <a:noFill/>
            <a:ln>
              <a:noFill/>
            </a:ln>
          </p:spPr>
        </p:pic>
        <p:pic>
          <p:nvPicPr>
            <p:cNvPr id="256" name="Google Shape;256;p23"/>
            <p:cNvPicPr preferRelativeResize="0"/>
            <p:nvPr/>
          </p:nvPicPr>
          <p:blipFill rotWithShape="1">
            <a:blip r:embed="rId3">
              <a:alphaModFix/>
            </a:blip>
            <a:srcRect b="0" l="0" r="0" t="0"/>
            <a:stretch/>
          </p:blipFill>
          <p:spPr>
            <a:xfrm flipH="1" rot="3399510">
              <a:off x="-490773" y="-979404"/>
              <a:ext cx="2202096" cy="3028795"/>
            </a:xfrm>
            <a:prstGeom prst="rect">
              <a:avLst/>
            </a:prstGeom>
            <a:noFill/>
            <a:ln>
              <a:noFill/>
            </a:ln>
          </p:spPr>
        </p:pic>
        <p:pic>
          <p:nvPicPr>
            <p:cNvPr id="257" name="Google Shape;257;p23"/>
            <p:cNvPicPr preferRelativeResize="0"/>
            <p:nvPr/>
          </p:nvPicPr>
          <p:blipFill rotWithShape="1">
            <a:blip r:embed="rId4">
              <a:alphaModFix/>
            </a:blip>
            <a:srcRect b="0" l="0" r="0" t="0"/>
            <a:stretch/>
          </p:blipFill>
          <p:spPr>
            <a:xfrm flipH="1" rot="10800000">
              <a:off x="-145292" y="666205"/>
              <a:ext cx="554649" cy="485315"/>
            </a:xfrm>
            <a:prstGeom prst="rect">
              <a:avLst/>
            </a:prstGeom>
            <a:noFill/>
            <a:ln>
              <a:noFill/>
            </a:ln>
          </p:spPr>
        </p:pic>
        <p:pic>
          <p:nvPicPr>
            <p:cNvPr id="258" name="Google Shape;258;p23"/>
            <p:cNvPicPr preferRelativeResize="0"/>
            <p:nvPr/>
          </p:nvPicPr>
          <p:blipFill rotWithShape="1">
            <a:blip r:embed="rId5">
              <a:alphaModFix/>
            </a:blip>
            <a:srcRect b="0" l="0" r="0" t="0"/>
            <a:stretch/>
          </p:blipFill>
          <p:spPr>
            <a:xfrm flipH="1" rot="10800000">
              <a:off x="120234" y="1439784"/>
              <a:ext cx="374127" cy="354503"/>
            </a:xfrm>
            <a:prstGeom prst="rect">
              <a:avLst/>
            </a:prstGeom>
            <a:noFill/>
            <a:ln>
              <a:noFill/>
            </a:ln>
          </p:spPr>
        </p:pic>
      </p:grpSp>
      <p:grpSp>
        <p:nvGrpSpPr>
          <p:cNvPr id="259" name="Google Shape;259;p23"/>
          <p:cNvGrpSpPr/>
          <p:nvPr/>
        </p:nvGrpSpPr>
        <p:grpSpPr>
          <a:xfrm>
            <a:off x="7940333" y="-532094"/>
            <a:ext cx="1073181" cy="1301534"/>
            <a:chOff x="7940333" y="-532094"/>
            <a:chExt cx="1073181" cy="1301534"/>
          </a:xfrm>
        </p:grpSpPr>
        <p:pic>
          <p:nvPicPr>
            <p:cNvPr id="260" name="Google Shape;260;p23"/>
            <p:cNvPicPr preferRelativeResize="0"/>
            <p:nvPr/>
          </p:nvPicPr>
          <p:blipFill rotWithShape="1">
            <a:blip r:embed="rId6">
              <a:alphaModFix/>
            </a:blip>
            <a:srcRect b="0" l="0" r="0" t="0"/>
            <a:stretch/>
          </p:blipFill>
          <p:spPr>
            <a:xfrm flipH="1" rot="10800000">
              <a:off x="7940333" y="-532094"/>
              <a:ext cx="977117" cy="977125"/>
            </a:xfrm>
            <a:prstGeom prst="rect">
              <a:avLst/>
            </a:prstGeom>
            <a:noFill/>
            <a:ln>
              <a:noFill/>
            </a:ln>
          </p:spPr>
        </p:pic>
        <p:pic>
          <p:nvPicPr>
            <p:cNvPr id="261" name="Google Shape;261;p23"/>
            <p:cNvPicPr preferRelativeResize="0"/>
            <p:nvPr/>
          </p:nvPicPr>
          <p:blipFill rotWithShape="1">
            <a:blip r:embed="rId7">
              <a:alphaModFix/>
            </a:blip>
            <a:srcRect b="0" l="0" r="0" t="0"/>
            <a:stretch/>
          </p:blipFill>
          <p:spPr>
            <a:xfrm flipH="1" rot="10800000">
              <a:off x="8657701" y="445024"/>
              <a:ext cx="355813" cy="324416"/>
            </a:xfrm>
            <a:prstGeom prst="rect">
              <a:avLst/>
            </a:prstGeom>
            <a:noFill/>
            <a:ln>
              <a:noFill/>
            </a:ln>
          </p:spPr>
        </p:pic>
      </p:grpSp>
      <p:grpSp>
        <p:nvGrpSpPr>
          <p:cNvPr id="262" name="Google Shape;262;p23"/>
          <p:cNvGrpSpPr/>
          <p:nvPr/>
        </p:nvGrpSpPr>
        <p:grpSpPr>
          <a:xfrm>
            <a:off x="7139188" y="2048033"/>
            <a:ext cx="3392848" cy="4344871"/>
            <a:chOff x="7139188" y="2048033"/>
            <a:chExt cx="3392848" cy="4344871"/>
          </a:xfrm>
        </p:grpSpPr>
        <p:pic>
          <p:nvPicPr>
            <p:cNvPr id="263" name="Google Shape;263;p23"/>
            <p:cNvPicPr preferRelativeResize="0"/>
            <p:nvPr/>
          </p:nvPicPr>
          <p:blipFill rotWithShape="1">
            <a:blip r:embed="rId8">
              <a:alphaModFix/>
            </a:blip>
            <a:srcRect b="0" l="0" r="0" t="0"/>
            <a:stretch/>
          </p:blipFill>
          <p:spPr>
            <a:xfrm flipH="1" rot="10800000">
              <a:off x="8550440" y="2048033"/>
              <a:ext cx="570347" cy="554646"/>
            </a:xfrm>
            <a:prstGeom prst="rect">
              <a:avLst/>
            </a:prstGeom>
            <a:noFill/>
            <a:ln>
              <a:noFill/>
            </a:ln>
          </p:spPr>
        </p:pic>
        <p:pic>
          <p:nvPicPr>
            <p:cNvPr id="264" name="Google Shape;264;p23"/>
            <p:cNvPicPr preferRelativeResize="0"/>
            <p:nvPr/>
          </p:nvPicPr>
          <p:blipFill rotWithShape="1">
            <a:blip r:embed="rId9">
              <a:alphaModFix/>
            </a:blip>
            <a:srcRect b="0" l="0" r="0" t="0"/>
            <a:stretch/>
          </p:blipFill>
          <p:spPr>
            <a:xfrm flipH="1" rot="10800000">
              <a:off x="8649675" y="3482056"/>
              <a:ext cx="977117" cy="977125"/>
            </a:xfrm>
            <a:prstGeom prst="rect">
              <a:avLst/>
            </a:prstGeom>
            <a:noFill/>
            <a:ln>
              <a:noFill/>
            </a:ln>
          </p:spPr>
        </p:pic>
        <p:pic>
          <p:nvPicPr>
            <p:cNvPr id="265" name="Google Shape;265;p23"/>
            <p:cNvPicPr preferRelativeResize="0"/>
            <p:nvPr/>
          </p:nvPicPr>
          <p:blipFill rotWithShape="1">
            <a:blip r:embed="rId10">
              <a:alphaModFix/>
            </a:blip>
            <a:srcRect b="0" l="0" r="0" t="0"/>
            <a:stretch/>
          </p:blipFill>
          <p:spPr>
            <a:xfrm flipH="1" rot="-7141680">
              <a:off x="7664822" y="4908159"/>
              <a:ext cx="444766" cy="303486"/>
            </a:xfrm>
            <a:prstGeom prst="rect">
              <a:avLst/>
            </a:prstGeom>
            <a:noFill/>
            <a:ln>
              <a:noFill/>
            </a:ln>
          </p:spPr>
        </p:pic>
        <p:pic>
          <p:nvPicPr>
            <p:cNvPr id="266" name="Google Shape;266;p23"/>
            <p:cNvPicPr preferRelativeResize="0"/>
            <p:nvPr/>
          </p:nvPicPr>
          <p:blipFill rotWithShape="1">
            <a:blip r:embed="rId11">
              <a:alphaModFix/>
            </a:blip>
            <a:srcRect b="0" l="0" r="0" t="0"/>
            <a:stretch/>
          </p:blipFill>
          <p:spPr>
            <a:xfrm flipH="1" rot="10800000">
              <a:off x="8428902" y="4589871"/>
              <a:ext cx="570347" cy="444763"/>
            </a:xfrm>
            <a:prstGeom prst="rect">
              <a:avLst/>
            </a:prstGeom>
            <a:noFill/>
            <a:ln>
              <a:noFill/>
            </a:ln>
          </p:spPr>
        </p:pic>
        <p:pic>
          <p:nvPicPr>
            <p:cNvPr id="267" name="Google Shape;267;p23"/>
            <p:cNvPicPr preferRelativeResize="0"/>
            <p:nvPr/>
          </p:nvPicPr>
          <p:blipFill rotWithShape="1">
            <a:blip r:embed="rId3">
              <a:alphaModFix/>
            </a:blip>
            <a:srcRect b="0" l="0" r="0" t="0"/>
            <a:stretch/>
          </p:blipFill>
          <p:spPr>
            <a:xfrm flipH="1" rot="-9063341">
              <a:off x="7734564" y="3020408"/>
              <a:ext cx="2202097" cy="3028796"/>
            </a:xfrm>
            <a:prstGeom prst="rect">
              <a:avLst/>
            </a:prstGeom>
            <a:noFill/>
            <a:ln>
              <a:noFill/>
            </a:ln>
          </p:spPr>
        </p:pic>
      </p:grpSp>
      <p:grpSp>
        <p:nvGrpSpPr>
          <p:cNvPr id="268" name="Google Shape;268;p23"/>
          <p:cNvGrpSpPr/>
          <p:nvPr/>
        </p:nvGrpSpPr>
        <p:grpSpPr>
          <a:xfrm>
            <a:off x="-261996" y="3791654"/>
            <a:ext cx="1924799" cy="1644648"/>
            <a:chOff x="-261996" y="3791654"/>
            <a:chExt cx="1924799" cy="1644648"/>
          </a:xfrm>
        </p:grpSpPr>
        <p:pic>
          <p:nvPicPr>
            <p:cNvPr id="269" name="Google Shape;269;p23"/>
            <p:cNvPicPr preferRelativeResize="0"/>
            <p:nvPr/>
          </p:nvPicPr>
          <p:blipFill rotWithShape="1">
            <a:blip r:embed="rId12">
              <a:alphaModFix/>
            </a:blip>
            <a:srcRect b="0" l="0" r="0" t="0"/>
            <a:stretch/>
          </p:blipFill>
          <p:spPr>
            <a:xfrm flipH="1" rot="10800000">
              <a:off x="53322" y="3791654"/>
              <a:ext cx="507952" cy="484800"/>
            </a:xfrm>
            <a:prstGeom prst="rect">
              <a:avLst/>
            </a:prstGeom>
            <a:noFill/>
            <a:ln>
              <a:noFill/>
            </a:ln>
          </p:spPr>
        </p:pic>
        <p:pic>
          <p:nvPicPr>
            <p:cNvPr id="270" name="Google Shape;270;p23"/>
            <p:cNvPicPr preferRelativeResize="0"/>
            <p:nvPr/>
          </p:nvPicPr>
          <p:blipFill rotWithShape="1">
            <a:blip r:embed="rId13">
              <a:alphaModFix/>
            </a:blip>
            <a:srcRect b="0" l="0" r="0" t="0"/>
            <a:stretch/>
          </p:blipFill>
          <p:spPr>
            <a:xfrm flipH="1" rot="10800000">
              <a:off x="1019201" y="4562407"/>
              <a:ext cx="643602" cy="499705"/>
            </a:xfrm>
            <a:prstGeom prst="rect">
              <a:avLst/>
            </a:prstGeom>
            <a:noFill/>
            <a:ln>
              <a:noFill/>
            </a:ln>
          </p:spPr>
        </p:pic>
        <p:pic>
          <p:nvPicPr>
            <p:cNvPr id="271" name="Google Shape;271;p23"/>
            <p:cNvPicPr preferRelativeResize="0"/>
            <p:nvPr/>
          </p:nvPicPr>
          <p:blipFill rotWithShape="1">
            <a:blip r:embed="rId14">
              <a:alphaModFix/>
            </a:blip>
            <a:srcRect b="0" l="0" r="0" t="0"/>
            <a:stretch/>
          </p:blipFill>
          <p:spPr>
            <a:xfrm flipH="1" rot="10800000">
              <a:off x="-261996" y="4459177"/>
              <a:ext cx="977125" cy="97712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72" name="Shape 272"/>
        <p:cNvGrpSpPr/>
        <p:nvPr/>
      </p:nvGrpSpPr>
      <p:grpSpPr>
        <a:xfrm>
          <a:off x="0" y="0"/>
          <a:ext cx="0" cy="0"/>
          <a:chOff x="0" y="0"/>
          <a:chExt cx="0" cy="0"/>
        </a:xfrm>
      </p:grpSpPr>
      <p:sp>
        <p:nvSpPr>
          <p:cNvPr id="273" name="Google Shape;273;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74" name="Google Shape;274;p24"/>
          <p:cNvGrpSpPr/>
          <p:nvPr/>
        </p:nvGrpSpPr>
        <p:grpSpPr>
          <a:xfrm flipH="1" rot="10800000">
            <a:off x="7139188" y="-1217188"/>
            <a:ext cx="3392848" cy="4344871"/>
            <a:chOff x="7139188" y="2048033"/>
            <a:chExt cx="3392848" cy="4344871"/>
          </a:xfrm>
        </p:grpSpPr>
        <p:pic>
          <p:nvPicPr>
            <p:cNvPr id="275" name="Google Shape;275;p24"/>
            <p:cNvPicPr preferRelativeResize="0"/>
            <p:nvPr/>
          </p:nvPicPr>
          <p:blipFill rotWithShape="1">
            <a:blip r:embed="rId2">
              <a:alphaModFix/>
            </a:blip>
            <a:srcRect b="0" l="0" r="0" t="0"/>
            <a:stretch/>
          </p:blipFill>
          <p:spPr>
            <a:xfrm flipH="1" rot="-9063341">
              <a:off x="7734564" y="3020408"/>
              <a:ext cx="2202097" cy="3028796"/>
            </a:xfrm>
            <a:prstGeom prst="rect">
              <a:avLst/>
            </a:prstGeom>
            <a:noFill/>
            <a:ln>
              <a:noFill/>
            </a:ln>
          </p:spPr>
        </p:pic>
        <p:pic>
          <p:nvPicPr>
            <p:cNvPr id="276" name="Google Shape;276;p24"/>
            <p:cNvPicPr preferRelativeResize="0"/>
            <p:nvPr/>
          </p:nvPicPr>
          <p:blipFill rotWithShape="1">
            <a:blip r:embed="rId3">
              <a:alphaModFix/>
            </a:blip>
            <a:srcRect b="0" l="0" r="0" t="0"/>
            <a:stretch/>
          </p:blipFill>
          <p:spPr>
            <a:xfrm flipH="1" rot="10800000">
              <a:off x="8550440" y="2048033"/>
              <a:ext cx="570347" cy="554646"/>
            </a:xfrm>
            <a:prstGeom prst="rect">
              <a:avLst/>
            </a:prstGeom>
            <a:noFill/>
            <a:ln>
              <a:noFill/>
            </a:ln>
          </p:spPr>
        </p:pic>
        <p:pic>
          <p:nvPicPr>
            <p:cNvPr id="277" name="Google Shape;277;p24"/>
            <p:cNvPicPr preferRelativeResize="0"/>
            <p:nvPr/>
          </p:nvPicPr>
          <p:blipFill rotWithShape="1">
            <a:blip r:embed="rId4">
              <a:alphaModFix/>
            </a:blip>
            <a:srcRect b="0" l="0" r="0" t="0"/>
            <a:stretch/>
          </p:blipFill>
          <p:spPr>
            <a:xfrm flipH="1" rot="10800000">
              <a:off x="8649675" y="3482056"/>
              <a:ext cx="977117" cy="977125"/>
            </a:xfrm>
            <a:prstGeom prst="rect">
              <a:avLst/>
            </a:prstGeom>
            <a:noFill/>
            <a:ln>
              <a:noFill/>
            </a:ln>
          </p:spPr>
        </p:pic>
        <p:pic>
          <p:nvPicPr>
            <p:cNvPr id="278" name="Google Shape;278;p24"/>
            <p:cNvPicPr preferRelativeResize="0"/>
            <p:nvPr/>
          </p:nvPicPr>
          <p:blipFill rotWithShape="1">
            <a:blip r:embed="rId5">
              <a:alphaModFix/>
            </a:blip>
            <a:srcRect b="0" l="0" r="0" t="0"/>
            <a:stretch/>
          </p:blipFill>
          <p:spPr>
            <a:xfrm flipH="1" rot="-7141680">
              <a:off x="7664822" y="4908159"/>
              <a:ext cx="444766" cy="303486"/>
            </a:xfrm>
            <a:prstGeom prst="rect">
              <a:avLst/>
            </a:prstGeom>
            <a:noFill/>
            <a:ln>
              <a:noFill/>
            </a:ln>
          </p:spPr>
        </p:pic>
        <p:pic>
          <p:nvPicPr>
            <p:cNvPr id="279" name="Google Shape;279;p24"/>
            <p:cNvPicPr preferRelativeResize="0"/>
            <p:nvPr/>
          </p:nvPicPr>
          <p:blipFill rotWithShape="1">
            <a:blip r:embed="rId6">
              <a:alphaModFix/>
            </a:blip>
            <a:srcRect b="0" l="0" r="0" t="0"/>
            <a:stretch/>
          </p:blipFill>
          <p:spPr>
            <a:xfrm flipH="1" rot="10800000">
              <a:off x="8428902" y="4589871"/>
              <a:ext cx="570347" cy="444763"/>
            </a:xfrm>
            <a:prstGeom prst="rect">
              <a:avLst/>
            </a:prstGeom>
            <a:noFill/>
            <a:ln>
              <a:noFill/>
            </a:ln>
          </p:spPr>
        </p:pic>
      </p:grpSp>
      <p:grpSp>
        <p:nvGrpSpPr>
          <p:cNvPr id="280" name="Google Shape;280;p24"/>
          <p:cNvGrpSpPr/>
          <p:nvPr/>
        </p:nvGrpSpPr>
        <p:grpSpPr>
          <a:xfrm flipH="1" rot="10800000">
            <a:off x="-261996" y="-260586"/>
            <a:ext cx="1924799" cy="1644648"/>
            <a:chOff x="-261996" y="3791654"/>
            <a:chExt cx="1924799" cy="1644648"/>
          </a:xfrm>
        </p:grpSpPr>
        <p:pic>
          <p:nvPicPr>
            <p:cNvPr id="281" name="Google Shape;281;p24"/>
            <p:cNvPicPr preferRelativeResize="0"/>
            <p:nvPr/>
          </p:nvPicPr>
          <p:blipFill rotWithShape="1">
            <a:blip r:embed="rId7">
              <a:alphaModFix/>
            </a:blip>
            <a:srcRect b="0" l="0" r="0" t="0"/>
            <a:stretch/>
          </p:blipFill>
          <p:spPr>
            <a:xfrm flipH="1" rot="10800000">
              <a:off x="-261996" y="4459177"/>
              <a:ext cx="977125" cy="977125"/>
            </a:xfrm>
            <a:prstGeom prst="rect">
              <a:avLst/>
            </a:prstGeom>
            <a:noFill/>
            <a:ln>
              <a:noFill/>
            </a:ln>
          </p:spPr>
        </p:pic>
        <p:pic>
          <p:nvPicPr>
            <p:cNvPr id="282" name="Google Shape;282;p24"/>
            <p:cNvPicPr preferRelativeResize="0"/>
            <p:nvPr/>
          </p:nvPicPr>
          <p:blipFill rotWithShape="1">
            <a:blip r:embed="rId8">
              <a:alphaModFix/>
            </a:blip>
            <a:srcRect b="0" l="0" r="0" t="0"/>
            <a:stretch/>
          </p:blipFill>
          <p:spPr>
            <a:xfrm flipH="1" rot="10800000">
              <a:off x="53322" y="3791654"/>
              <a:ext cx="507952" cy="484800"/>
            </a:xfrm>
            <a:prstGeom prst="rect">
              <a:avLst/>
            </a:prstGeom>
            <a:noFill/>
            <a:ln>
              <a:noFill/>
            </a:ln>
          </p:spPr>
        </p:pic>
        <p:pic>
          <p:nvPicPr>
            <p:cNvPr id="283" name="Google Shape;283;p24"/>
            <p:cNvPicPr preferRelativeResize="0"/>
            <p:nvPr/>
          </p:nvPicPr>
          <p:blipFill rotWithShape="1">
            <a:blip r:embed="rId9">
              <a:alphaModFix/>
            </a:blip>
            <a:srcRect b="0" l="0" r="0" t="0"/>
            <a:stretch/>
          </p:blipFill>
          <p:spPr>
            <a:xfrm flipH="1" rot="10800000">
              <a:off x="1019201" y="4562407"/>
              <a:ext cx="643602" cy="499705"/>
            </a:xfrm>
            <a:prstGeom prst="rect">
              <a:avLst/>
            </a:prstGeom>
            <a:noFill/>
            <a:ln>
              <a:noFill/>
            </a:ln>
          </p:spPr>
        </p:pic>
      </p:grpSp>
      <p:grpSp>
        <p:nvGrpSpPr>
          <p:cNvPr id="284" name="Google Shape;284;p24"/>
          <p:cNvGrpSpPr/>
          <p:nvPr/>
        </p:nvGrpSpPr>
        <p:grpSpPr>
          <a:xfrm flipH="1" rot="10800000">
            <a:off x="-1260034" y="2888542"/>
            <a:ext cx="3740618" cy="3504363"/>
            <a:chOff x="-1260034" y="-1217188"/>
            <a:chExt cx="3740618" cy="3504363"/>
          </a:xfrm>
        </p:grpSpPr>
        <p:pic>
          <p:nvPicPr>
            <p:cNvPr id="285" name="Google Shape;285;p24"/>
            <p:cNvPicPr preferRelativeResize="0"/>
            <p:nvPr/>
          </p:nvPicPr>
          <p:blipFill rotWithShape="1">
            <a:blip r:embed="rId2">
              <a:alphaModFix/>
            </a:blip>
            <a:srcRect b="0" l="0" r="0" t="0"/>
            <a:stretch/>
          </p:blipFill>
          <p:spPr>
            <a:xfrm flipH="1" rot="3399510">
              <a:off x="-490773" y="-979404"/>
              <a:ext cx="2202096" cy="3028795"/>
            </a:xfrm>
            <a:prstGeom prst="rect">
              <a:avLst/>
            </a:prstGeom>
            <a:noFill/>
            <a:ln>
              <a:noFill/>
            </a:ln>
          </p:spPr>
        </p:pic>
        <p:pic>
          <p:nvPicPr>
            <p:cNvPr id="286" name="Google Shape;286;p24"/>
            <p:cNvPicPr preferRelativeResize="0"/>
            <p:nvPr/>
          </p:nvPicPr>
          <p:blipFill rotWithShape="1">
            <a:blip r:embed="rId10">
              <a:alphaModFix/>
            </a:blip>
            <a:srcRect b="0" l="0" r="0" t="0"/>
            <a:stretch/>
          </p:blipFill>
          <p:spPr>
            <a:xfrm flipH="1" rot="10800000">
              <a:off x="1724056" y="-134611"/>
              <a:ext cx="511481" cy="409444"/>
            </a:xfrm>
            <a:prstGeom prst="rect">
              <a:avLst/>
            </a:prstGeom>
            <a:noFill/>
            <a:ln>
              <a:noFill/>
            </a:ln>
          </p:spPr>
        </p:pic>
        <p:pic>
          <p:nvPicPr>
            <p:cNvPr id="287" name="Google Shape;287;p24"/>
            <p:cNvPicPr preferRelativeResize="0"/>
            <p:nvPr/>
          </p:nvPicPr>
          <p:blipFill rotWithShape="1">
            <a:blip r:embed="rId11">
              <a:alphaModFix/>
            </a:blip>
            <a:srcRect b="0" l="0" r="0" t="0"/>
            <a:stretch/>
          </p:blipFill>
          <p:spPr>
            <a:xfrm flipH="1" rot="10800000">
              <a:off x="-145292" y="666205"/>
              <a:ext cx="554649" cy="485315"/>
            </a:xfrm>
            <a:prstGeom prst="rect">
              <a:avLst/>
            </a:prstGeom>
            <a:noFill/>
            <a:ln>
              <a:noFill/>
            </a:ln>
          </p:spPr>
        </p:pic>
        <p:pic>
          <p:nvPicPr>
            <p:cNvPr id="288" name="Google Shape;288;p24"/>
            <p:cNvPicPr preferRelativeResize="0"/>
            <p:nvPr/>
          </p:nvPicPr>
          <p:blipFill rotWithShape="1">
            <a:blip r:embed="rId12">
              <a:alphaModFix/>
            </a:blip>
            <a:srcRect b="0" l="0" r="0" t="0"/>
            <a:stretch/>
          </p:blipFill>
          <p:spPr>
            <a:xfrm flipH="1" rot="10800000">
              <a:off x="120234" y="1439784"/>
              <a:ext cx="374127" cy="354503"/>
            </a:xfrm>
            <a:prstGeom prst="rect">
              <a:avLst/>
            </a:prstGeom>
            <a:noFill/>
            <a:ln>
              <a:noFill/>
            </a:ln>
          </p:spPr>
        </p:pic>
      </p:grpSp>
      <p:grpSp>
        <p:nvGrpSpPr>
          <p:cNvPr id="289" name="Google Shape;289;p24"/>
          <p:cNvGrpSpPr/>
          <p:nvPr/>
        </p:nvGrpSpPr>
        <p:grpSpPr>
          <a:xfrm flipH="1" rot="10800000">
            <a:off x="7940333" y="4406276"/>
            <a:ext cx="1073181" cy="1301534"/>
            <a:chOff x="7940333" y="-532094"/>
            <a:chExt cx="1073181" cy="1301534"/>
          </a:xfrm>
        </p:grpSpPr>
        <p:pic>
          <p:nvPicPr>
            <p:cNvPr id="290" name="Google Shape;290;p24"/>
            <p:cNvPicPr preferRelativeResize="0"/>
            <p:nvPr/>
          </p:nvPicPr>
          <p:blipFill rotWithShape="1">
            <a:blip r:embed="rId13">
              <a:alphaModFix/>
            </a:blip>
            <a:srcRect b="0" l="0" r="0" t="0"/>
            <a:stretch/>
          </p:blipFill>
          <p:spPr>
            <a:xfrm flipH="1" rot="10800000">
              <a:off x="8657701" y="445024"/>
              <a:ext cx="355813" cy="324416"/>
            </a:xfrm>
            <a:prstGeom prst="rect">
              <a:avLst/>
            </a:prstGeom>
            <a:noFill/>
            <a:ln>
              <a:noFill/>
            </a:ln>
          </p:spPr>
        </p:pic>
        <p:pic>
          <p:nvPicPr>
            <p:cNvPr id="291" name="Google Shape;291;p24"/>
            <p:cNvPicPr preferRelativeResize="0"/>
            <p:nvPr/>
          </p:nvPicPr>
          <p:blipFill rotWithShape="1">
            <a:blip r:embed="rId14">
              <a:alphaModFix/>
            </a:blip>
            <a:srcRect b="0" l="0" r="0" t="0"/>
            <a:stretch/>
          </p:blipFill>
          <p:spPr>
            <a:xfrm flipH="1" rot="10800000">
              <a:off x="7940333" y="-532094"/>
              <a:ext cx="977117" cy="97712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92" name="Shape 292"/>
        <p:cNvGrpSpPr/>
        <p:nvPr/>
      </p:nvGrpSpPr>
      <p:grpSpPr>
        <a:xfrm>
          <a:off x="0" y="0"/>
          <a:ext cx="0" cy="0"/>
          <a:chOff x="0" y="0"/>
          <a:chExt cx="0" cy="0"/>
        </a:xfrm>
      </p:grpSpPr>
      <p:sp>
        <p:nvSpPr>
          <p:cNvPr id="293" name="Google Shape;293;p25"/>
          <p:cNvSpPr txBox="1"/>
          <p:nvPr>
            <p:ph type="title"/>
          </p:nvPr>
        </p:nvSpPr>
        <p:spPr>
          <a:xfrm>
            <a:off x="3431750" y="1321500"/>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94" name="Google Shape;294;p25"/>
          <p:cNvSpPr txBox="1"/>
          <p:nvPr>
            <p:ph idx="1" type="subTitle"/>
          </p:nvPr>
        </p:nvSpPr>
        <p:spPr>
          <a:xfrm flipH="1">
            <a:off x="3431750" y="196845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295" name="Google Shape;295;p25"/>
          <p:cNvSpPr txBox="1"/>
          <p:nvPr>
            <p:ph idx="2" type="title"/>
          </p:nvPr>
        </p:nvSpPr>
        <p:spPr>
          <a:xfrm>
            <a:off x="1889375"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96" name="Google Shape;296;p25"/>
          <p:cNvSpPr txBox="1"/>
          <p:nvPr>
            <p:ph idx="3" type="subTitle"/>
          </p:nvPr>
        </p:nvSpPr>
        <p:spPr>
          <a:xfrm flipH="1">
            <a:off x="1889393"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297" name="Google Shape;297;p25"/>
          <p:cNvSpPr txBox="1"/>
          <p:nvPr>
            <p:ph idx="4" type="title"/>
          </p:nvPr>
        </p:nvSpPr>
        <p:spPr>
          <a:xfrm>
            <a:off x="4974027"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98" name="Google Shape;298;p25"/>
          <p:cNvSpPr txBox="1"/>
          <p:nvPr>
            <p:ph idx="5" type="subTitle"/>
          </p:nvPr>
        </p:nvSpPr>
        <p:spPr>
          <a:xfrm flipH="1">
            <a:off x="4974037"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299" name="Google Shape;299;p25"/>
          <p:cNvSpPr txBox="1"/>
          <p:nvPr>
            <p:ph idx="6"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0" name="Google Shape;300;p25"/>
          <p:cNvSpPr txBox="1"/>
          <p:nvPr>
            <p:ph idx="7" type="subTitle"/>
          </p:nvPr>
        </p:nvSpPr>
        <p:spPr>
          <a:xfrm>
            <a:off x="1889400"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1" name="Google Shape;301;p25"/>
          <p:cNvSpPr txBox="1"/>
          <p:nvPr>
            <p:ph idx="8" type="subTitle"/>
          </p:nvPr>
        </p:nvSpPr>
        <p:spPr>
          <a:xfrm>
            <a:off x="3431750" y="226365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2" name="Google Shape;302;p25"/>
          <p:cNvSpPr txBox="1"/>
          <p:nvPr>
            <p:ph idx="9" type="subTitle"/>
          </p:nvPr>
        </p:nvSpPr>
        <p:spPr>
          <a:xfrm>
            <a:off x="4971725"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03" name="Google Shape;303;p25"/>
          <p:cNvGrpSpPr/>
          <p:nvPr/>
        </p:nvGrpSpPr>
        <p:grpSpPr>
          <a:xfrm>
            <a:off x="-166155" y="3891060"/>
            <a:ext cx="1853733" cy="1976338"/>
            <a:chOff x="-166155" y="3891060"/>
            <a:chExt cx="1853733" cy="1976338"/>
          </a:xfrm>
        </p:grpSpPr>
        <p:pic>
          <p:nvPicPr>
            <p:cNvPr id="304" name="Google Shape;304;p25"/>
            <p:cNvPicPr preferRelativeResize="0"/>
            <p:nvPr/>
          </p:nvPicPr>
          <p:blipFill rotWithShape="1">
            <a:blip r:embed="rId2">
              <a:alphaModFix/>
            </a:blip>
            <a:srcRect b="0" l="0" r="0" t="0"/>
            <a:stretch/>
          </p:blipFill>
          <p:spPr>
            <a:xfrm>
              <a:off x="420679" y="4658248"/>
              <a:ext cx="1266899" cy="1209150"/>
            </a:xfrm>
            <a:prstGeom prst="rect">
              <a:avLst/>
            </a:prstGeom>
            <a:noFill/>
            <a:ln>
              <a:noFill/>
            </a:ln>
          </p:spPr>
        </p:pic>
        <p:pic>
          <p:nvPicPr>
            <p:cNvPr id="305" name="Google Shape;305;p25"/>
            <p:cNvPicPr preferRelativeResize="0"/>
            <p:nvPr/>
          </p:nvPicPr>
          <p:blipFill rotWithShape="1">
            <a:blip r:embed="rId3">
              <a:alphaModFix/>
            </a:blip>
            <a:srcRect b="0" l="0" r="0" t="0"/>
            <a:stretch/>
          </p:blipFill>
          <p:spPr>
            <a:xfrm>
              <a:off x="-166155" y="3891060"/>
              <a:ext cx="554649" cy="485315"/>
            </a:xfrm>
            <a:prstGeom prst="rect">
              <a:avLst/>
            </a:prstGeom>
            <a:noFill/>
            <a:ln>
              <a:noFill/>
            </a:ln>
          </p:spPr>
        </p:pic>
      </p:grpSp>
      <p:grpSp>
        <p:nvGrpSpPr>
          <p:cNvPr id="306" name="Google Shape;306;p25"/>
          <p:cNvGrpSpPr/>
          <p:nvPr/>
        </p:nvGrpSpPr>
        <p:grpSpPr>
          <a:xfrm>
            <a:off x="7983921" y="-307514"/>
            <a:ext cx="1332929" cy="2117960"/>
            <a:chOff x="7983921" y="-307514"/>
            <a:chExt cx="1332929" cy="2117960"/>
          </a:xfrm>
        </p:grpSpPr>
        <p:pic>
          <p:nvPicPr>
            <p:cNvPr id="307" name="Google Shape;307;p25"/>
            <p:cNvPicPr preferRelativeResize="0"/>
            <p:nvPr/>
          </p:nvPicPr>
          <p:blipFill rotWithShape="1">
            <a:blip r:embed="rId4">
              <a:alphaModFix/>
            </a:blip>
            <a:srcRect b="0" l="0" r="0" t="0"/>
            <a:stretch/>
          </p:blipFill>
          <p:spPr>
            <a:xfrm>
              <a:off x="8339725" y="-307514"/>
              <a:ext cx="977117" cy="977125"/>
            </a:xfrm>
            <a:prstGeom prst="rect">
              <a:avLst/>
            </a:prstGeom>
            <a:noFill/>
            <a:ln>
              <a:noFill/>
            </a:ln>
          </p:spPr>
        </p:pic>
        <p:pic>
          <p:nvPicPr>
            <p:cNvPr id="308" name="Google Shape;308;p25"/>
            <p:cNvPicPr preferRelativeResize="0"/>
            <p:nvPr/>
          </p:nvPicPr>
          <p:blipFill rotWithShape="1">
            <a:blip r:embed="rId5">
              <a:alphaModFix/>
            </a:blip>
            <a:srcRect b="0" l="0" r="0" t="0"/>
            <a:stretch/>
          </p:blipFill>
          <p:spPr>
            <a:xfrm>
              <a:off x="7983921" y="297210"/>
              <a:ext cx="444766" cy="303486"/>
            </a:xfrm>
            <a:prstGeom prst="rect">
              <a:avLst/>
            </a:prstGeom>
            <a:noFill/>
            <a:ln>
              <a:noFill/>
            </a:ln>
          </p:spPr>
        </p:pic>
        <p:pic>
          <p:nvPicPr>
            <p:cNvPr id="309" name="Google Shape;309;p25"/>
            <p:cNvPicPr preferRelativeResize="0"/>
            <p:nvPr/>
          </p:nvPicPr>
          <p:blipFill rotWithShape="1">
            <a:blip r:embed="rId6">
              <a:alphaModFix/>
            </a:blip>
            <a:srcRect b="0" l="0" r="0" t="0"/>
            <a:stretch/>
          </p:blipFill>
          <p:spPr>
            <a:xfrm>
              <a:off x="8746503" y="1255800"/>
              <a:ext cx="570347" cy="554646"/>
            </a:xfrm>
            <a:prstGeom prst="rect">
              <a:avLst/>
            </a:prstGeom>
            <a:noFill/>
            <a:ln>
              <a:noFill/>
            </a:ln>
          </p:spPr>
        </p:pic>
        <p:pic>
          <p:nvPicPr>
            <p:cNvPr id="310" name="Google Shape;310;p25"/>
            <p:cNvPicPr preferRelativeResize="0"/>
            <p:nvPr/>
          </p:nvPicPr>
          <p:blipFill rotWithShape="1">
            <a:blip r:embed="rId7">
              <a:alphaModFix/>
            </a:blip>
            <a:srcRect b="0" l="0" r="0" t="0"/>
            <a:stretch/>
          </p:blipFill>
          <p:spPr>
            <a:xfrm>
              <a:off x="8543115" y="740320"/>
              <a:ext cx="570347" cy="444763"/>
            </a:xfrm>
            <a:prstGeom prst="rect">
              <a:avLst/>
            </a:prstGeom>
            <a:noFill/>
            <a:ln>
              <a:noFill/>
            </a:ln>
          </p:spPr>
        </p:pic>
      </p:grpSp>
      <p:grpSp>
        <p:nvGrpSpPr>
          <p:cNvPr id="311" name="Google Shape;311;p25"/>
          <p:cNvGrpSpPr/>
          <p:nvPr/>
        </p:nvGrpSpPr>
        <p:grpSpPr>
          <a:xfrm>
            <a:off x="-895938" y="-928885"/>
            <a:ext cx="3638486" cy="4473409"/>
            <a:chOff x="-895938" y="-928885"/>
            <a:chExt cx="3638486" cy="4473409"/>
          </a:xfrm>
        </p:grpSpPr>
        <p:pic>
          <p:nvPicPr>
            <p:cNvPr id="312" name="Google Shape;312;p25"/>
            <p:cNvPicPr preferRelativeResize="0"/>
            <p:nvPr/>
          </p:nvPicPr>
          <p:blipFill rotWithShape="1">
            <a:blip r:embed="rId8">
              <a:alphaModFix/>
            </a:blip>
            <a:srcRect b="0" l="0" r="0" t="0"/>
            <a:stretch/>
          </p:blipFill>
          <p:spPr>
            <a:xfrm rot="-9540140">
              <a:off x="-426399" y="-634910"/>
              <a:ext cx="2202096" cy="3028795"/>
            </a:xfrm>
            <a:prstGeom prst="rect">
              <a:avLst/>
            </a:prstGeom>
            <a:noFill/>
            <a:ln>
              <a:noFill/>
            </a:ln>
          </p:spPr>
        </p:pic>
        <p:pic>
          <p:nvPicPr>
            <p:cNvPr id="313" name="Google Shape;313;p25"/>
            <p:cNvPicPr preferRelativeResize="0"/>
            <p:nvPr/>
          </p:nvPicPr>
          <p:blipFill rotWithShape="1">
            <a:blip r:embed="rId9">
              <a:alphaModFix/>
            </a:blip>
            <a:srcRect b="0" l="0" r="0" t="0"/>
            <a:stretch/>
          </p:blipFill>
          <p:spPr>
            <a:xfrm>
              <a:off x="345884" y="1252993"/>
              <a:ext cx="374127" cy="354503"/>
            </a:xfrm>
            <a:prstGeom prst="rect">
              <a:avLst/>
            </a:prstGeom>
            <a:noFill/>
            <a:ln>
              <a:noFill/>
            </a:ln>
          </p:spPr>
        </p:pic>
        <p:pic>
          <p:nvPicPr>
            <p:cNvPr id="314" name="Google Shape;314;p25"/>
            <p:cNvPicPr preferRelativeResize="0"/>
            <p:nvPr/>
          </p:nvPicPr>
          <p:blipFill rotWithShape="1">
            <a:blip r:embed="rId10">
              <a:alphaModFix/>
            </a:blip>
            <a:srcRect b="0" l="0" r="0" t="0"/>
            <a:stretch/>
          </p:blipFill>
          <p:spPr>
            <a:xfrm>
              <a:off x="-377405" y="2567399"/>
              <a:ext cx="977117" cy="977125"/>
            </a:xfrm>
            <a:prstGeom prst="rect">
              <a:avLst/>
            </a:prstGeom>
            <a:noFill/>
            <a:ln>
              <a:noFill/>
            </a:ln>
          </p:spPr>
        </p:pic>
        <p:pic>
          <p:nvPicPr>
            <p:cNvPr id="315" name="Google Shape;315;p25"/>
            <p:cNvPicPr preferRelativeResize="0"/>
            <p:nvPr/>
          </p:nvPicPr>
          <p:blipFill rotWithShape="1">
            <a:blip r:embed="rId11">
              <a:alphaModFix/>
            </a:blip>
            <a:srcRect b="0" l="0" r="0" t="0"/>
            <a:stretch/>
          </p:blipFill>
          <p:spPr>
            <a:xfrm rot="9524432">
              <a:off x="2030250" y="1318"/>
              <a:ext cx="643603" cy="499705"/>
            </a:xfrm>
            <a:prstGeom prst="rect">
              <a:avLst/>
            </a:prstGeom>
            <a:noFill/>
            <a:ln>
              <a:noFill/>
            </a:ln>
          </p:spPr>
        </p:pic>
      </p:grpSp>
      <p:grpSp>
        <p:nvGrpSpPr>
          <p:cNvPr id="316" name="Google Shape;316;p25"/>
          <p:cNvGrpSpPr/>
          <p:nvPr/>
        </p:nvGrpSpPr>
        <p:grpSpPr>
          <a:xfrm>
            <a:off x="6363869" y="2851325"/>
            <a:ext cx="3595907" cy="3742947"/>
            <a:chOff x="6363869" y="2851325"/>
            <a:chExt cx="3595907" cy="3742947"/>
          </a:xfrm>
        </p:grpSpPr>
        <p:pic>
          <p:nvPicPr>
            <p:cNvPr id="317" name="Google Shape;317;p25"/>
            <p:cNvPicPr preferRelativeResize="0"/>
            <p:nvPr/>
          </p:nvPicPr>
          <p:blipFill rotWithShape="1">
            <a:blip r:embed="rId8">
              <a:alphaModFix/>
            </a:blip>
            <a:srcRect b="0" l="0" r="0" t="0"/>
            <a:stretch/>
          </p:blipFill>
          <p:spPr>
            <a:xfrm rot="2266490">
              <a:off x="7060775" y="3208402"/>
              <a:ext cx="2202095" cy="3028794"/>
            </a:xfrm>
            <a:prstGeom prst="rect">
              <a:avLst/>
            </a:prstGeom>
            <a:noFill/>
            <a:ln>
              <a:noFill/>
            </a:ln>
          </p:spPr>
        </p:pic>
        <p:pic>
          <p:nvPicPr>
            <p:cNvPr id="318" name="Google Shape;318;p25"/>
            <p:cNvPicPr preferRelativeResize="0"/>
            <p:nvPr/>
          </p:nvPicPr>
          <p:blipFill rotWithShape="1">
            <a:blip r:embed="rId12">
              <a:alphaModFix/>
            </a:blip>
            <a:srcRect b="0" l="0" r="0" t="0"/>
            <a:stretch/>
          </p:blipFill>
          <p:spPr>
            <a:xfrm>
              <a:off x="7591304" y="4658253"/>
              <a:ext cx="977125" cy="977125"/>
            </a:xfrm>
            <a:prstGeom prst="rect">
              <a:avLst/>
            </a:prstGeom>
            <a:noFill/>
            <a:ln>
              <a:noFill/>
            </a:ln>
          </p:spPr>
        </p:pic>
        <p:pic>
          <p:nvPicPr>
            <p:cNvPr id="319" name="Google Shape;319;p25"/>
            <p:cNvPicPr preferRelativeResize="0"/>
            <p:nvPr/>
          </p:nvPicPr>
          <p:blipFill rotWithShape="1">
            <a:blip r:embed="rId13">
              <a:alphaModFix/>
            </a:blip>
            <a:srcRect b="0" l="0" r="0" t="0"/>
            <a:stretch/>
          </p:blipFill>
          <p:spPr>
            <a:xfrm>
              <a:off x="7983914" y="4208515"/>
              <a:ext cx="355813" cy="324416"/>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20" name="Shape 320"/>
        <p:cNvGrpSpPr/>
        <p:nvPr/>
      </p:nvGrpSpPr>
      <p:grpSpPr>
        <a:xfrm>
          <a:off x="0" y="0"/>
          <a:ext cx="0" cy="0"/>
          <a:chOff x="0" y="0"/>
          <a:chExt cx="0" cy="0"/>
        </a:xfrm>
      </p:grpSpPr>
      <p:sp>
        <p:nvSpPr>
          <p:cNvPr id="321" name="Google Shape;321;p26"/>
          <p:cNvSpPr txBox="1"/>
          <p:nvPr>
            <p:ph type="title"/>
          </p:nvPr>
        </p:nvSpPr>
        <p:spPr>
          <a:xfrm>
            <a:off x="3924400" y="3554790"/>
            <a:ext cx="4504500" cy="53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2000">
                <a:highlight>
                  <a:schemeClr val="lt1"/>
                </a:highlight>
                <a:latin typeface="Taviraj Medium"/>
                <a:ea typeface="Taviraj Medium"/>
                <a:cs typeface="Taviraj Medium"/>
                <a:sym typeface="Taviraj Medium"/>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22" name="Google Shape;322;p26"/>
          <p:cNvSpPr txBox="1"/>
          <p:nvPr>
            <p:ph idx="1" type="subTitle"/>
          </p:nvPr>
        </p:nvSpPr>
        <p:spPr>
          <a:xfrm>
            <a:off x="3924400" y="879165"/>
            <a:ext cx="4504500" cy="26064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500"/>
              <a:buNone/>
              <a:defRPr sz="3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23" name="Shape 323"/>
        <p:cNvGrpSpPr/>
        <p:nvPr/>
      </p:nvGrpSpPr>
      <p:grpSpPr>
        <a:xfrm>
          <a:off x="0" y="0"/>
          <a:ext cx="0" cy="0"/>
          <a:chOff x="0" y="0"/>
          <a:chExt cx="0" cy="0"/>
        </a:xfrm>
      </p:grpSpPr>
      <p:sp>
        <p:nvSpPr>
          <p:cNvPr id="324" name="Google Shape;324;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5" name="Google Shape;325;p27"/>
          <p:cNvSpPr txBox="1"/>
          <p:nvPr>
            <p:ph idx="1" type="subTitle"/>
          </p:nvPr>
        </p:nvSpPr>
        <p:spPr>
          <a:xfrm>
            <a:off x="1057725"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6" name="Google Shape;326;p27"/>
          <p:cNvSpPr txBox="1"/>
          <p:nvPr>
            <p:ph idx="2" type="subTitle"/>
          </p:nvPr>
        </p:nvSpPr>
        <p:spPr>
          <a:xfrm>
            <a:off x="3516000"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7" name="Google Shape;327;p27"/>
          <p:cNvSpPr txBox="1"/>
          <p:nvPr>
            <p:ph idx="3" type="subTitle"/>
          </p:nvPr>
        </p:nvSpPr>
        <p:spPr>
          <a:xfrm>
            <a:off x="5976525" y="2353283"/>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8" name="Google Shape;328;p27"/>
          <p:cNvSpPr txBox="1"/>
          <p:nvPr>
            <p:ph idx="4" type="subTitle"/>
          </p:nvPr>
        </p:nvSpPr>
        <p:spPr>
          <a:xfrm>
            <a:off x="1057725"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9" name="Google Shape;329;p27"/>
          <p:cNvSpPr txBox="1"/>
          <p:nvPr>
            <p:ph idx="5" type="subTitle"/>
          </p:nvPr>
        </p:nvSpPr>
        <p:spPr>
          <a:xfrm>
            <a:off x="3516000"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 name="Google Shape;330;p27"/>
          <p:cNvSpPr txBox="1"/>
          <p:nvPr>
            <p:ph idx="6" type="subTitle"/>
          </p:nvPr>
        </p:nvSpPr>
        <p:spPr>
          <a:xfrm>
            <a:off x="5976525" y="4035808"/>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 name="Google Shape;331;p27"/>
          <p:cNvSpPr txBox="1"/>
          <p:nvPr>
            <p:ph idx="7" type="subTitle"/>
          </p:nvPr>
        </p:nvSpPr>
        <p:spPr>
          <a:xfrm>
            <a:off x="105772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2" name="Google Shape;332;p27"/>
          <p:cNvSpPr txBox="1"/>
          <p:nvPr>
            <p:ph idx="8" type="subTitle"/>
          </p:nvPr>
        </p:nvSpPr>
        <p:spPr>
          <a:xfrm>
            <a:off x="3516000"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3" name="Google Shape;333;p27"/>
          <p:cNvSpPr txBox="1"/>
          <p:nvPr>
            <p:ph idx="9" type="subTitle"/>
          </p:nvPr>
        </p:nvSpPr>
        <p:spPr>
          <a:xfrm>
            <a:off x="597427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4" name="Google Shape;334;p27"/>
          <p:cNvSpPr txBox="1"/>
          <p:nvPr>
            <p:ph idx="13" type="subTitle"/>
          </p:nvPr>
        </p:nvSpPr>
        <p:spPr>
          <a:xfrm>
            <a:off x="105772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5" name="Google Shape;335;p27"/>
          <p:cNvSpPr txBox="1"/>
          <p:nvPr>
            <p:ph idx="14" type="subTitle"/>
          </p:nvPr>
        </p:nvSpPr>
        <p:spPr>
          <a:xfrm>
            <a:off x="3516000"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6" name="Google Shape;336;p27"/>
          <p:cNvSpPr txBox="1"/>
          <p:nvPr>
            <p:ph idx="15" type="subTitle"/>
          </p:nvPr>
        </p:nvSpPr>
        <p:spPr>
          <a:xfrm>
            <a:off x="597427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337" name="Google Shape;337;p27"/>
          <p:cNvGrpSpPr/>
          <p:nvPr/>
        </p:nvGrpSpPr>
        <p:grpSpPr>
          <a:xfrm>
            <a:off x="-716998" y="-773734"/>
            <a:ext cx="3440500" cy="2400643"/>
            <a:chOff x="-716998" y="-773734"/>
            <a:chExt cx="3440500" cy="2400643"/>
          </a:xfrm>
        </p:grpSpPr>
        <p:pic>
          <p:nvPicPr>
            <p:cNvPr id="338" name="Google Shape;338;p27"/>
            <p:cNvPicPr preferRelativeResize="0"/>
            <p:nvPr/>
          </p:nvPicPr>
          <p:blipFill rotWithShape="1">
            <a:blip r:embed="rId2">
              <a:alphaModFix/>
            </a:blip>
            <a:srcRect b="0" l="0" r="0" t="0"/>
            <a:stretch/>
          </p:blipFill>
          <p:spPr>
            <a:xfrm flipH="1" rot="5186513">
              <a:off x="-238235" y="-1095222"/>
              <a:ext cx="2202094" cy="3028794"/>
            </a:xfrm>
            <a:prstGeom prst="rect">
              <a:avLst/>
            </a:prstGeom>
            <a:noFill/>
            <a:ln>
              <a:noFill/>
            </a:ln>
          </p:spPr>
        </p:pic>
        <p:pic>
          <p:nvPicPr>
            <p:cNvPr id="339" name="Google Shape;339;p27"/>
            <p:cNvPicPr preferRelativeResize="0"/>
            <p:nvPr/>
          </p:nvPicPr>
          <p:blipFill rotWithShape="1">
            <a:blip r:embed="rId3">
              <a:alphaModFix/>
            </a:blip>
            <a:srcRect b="0" l="0" r="0" t="0"/>
            <a:stretch/>
          </p:blipFill>
          <p:spPr>
            <a:xfrm>
              <a:off x="-479837" y="535011"/>
              <a:ext cx="977117" cy="977125"/>
            </a:xfrm>
            <a:prstGeom prst="rect">
              <a:avLst/>
            </a:prstGeom>
            <a:noFill/>
            <a:ln>
              <a:noFill/>
            </a:ln>
          </p:spPr>
        </p:pic>
        <p:pic>
          <p:nvPicPr>
            <p:cNvPr id="340" name="Google Shape;340;p27"/>
            <p:cNvPicPr preferRelativeResize="0"/>
            <p:nvPr/>
          </p:nvPicPr>
          <p:blipFill rotWithShape="1">
            <a:blip r:embed="rId4">
              <a:alphaModFix/>
            </a:blip>
            <a:srcRect b="0" l="0" r="0" t="0"/>
            <a:stretch/>
          </p:blipFill>
          <p:spPr>
            <a:xfrm>
              <a:off x="2367689" y="120615"/>
              <a:ext cx="355813" cy="324416"/>
            </a:xfrm>
            <a:prstGeom prst="rect">
              <a:avLst/>
            </a:prstGeom>
            <a:noFill/>
            <a:ln>
              <a:noFill/>
            </a:ln>
          </p:spPr>
        </p:pic>
        <p:pic>
          <p:nvPicPr>
            <p:cNvPr id="341" name="Google Shape;341;p27"/>
            <p:cNvPicPr preferRelativeResize="0"/>
            <p:nvPr/>
          </p:nvPicPr>
          <p:blipFill rotWithShape="1">
            <a:blip r:embed="rId5">
              <a:alphaModFix/>
            </a:blip>
            <a:srcRect b="0" l="0" r="0" t="0"/>
            <a:stretch/>
          </p:blipFill>
          <p:spPr>
            <a:xfrm>
              <a:off x="185334" y="1272406"/>
              <a:ext cx="374127" cy="354503"/>
            </a:xfrm>
            <a:prstGeom prst="rect">
              <a:avLst/>
            </a:prstGeom>
            <a:noFill/>
            <a:ln>
              <a:noFill/>
            </a:ln>
          </p:spPr>
        </p:pic>
      </p:grpSp>
      <p:grpSp>
        <p:nvGrpSpPr>
          <p:cNvPr id="342" name="Google Shape;342;p27"/>
          <p:cNvGrpSpPr/>
          <p:nvPr/>
        </p:nvGrpSpPr>
        <p:grpSpPr>
          <a:xfrm>
            <a:off x="7096703" y="-323322"/>
            <a:ext cx="1738426" cy="977125"/>
            <a:chOff x="7096703" y="-323322"/>
            <a:chExt cx="1738426" cy="977125"/>
          </a:xfrm>
        </p:grpSpPr>
        <p:pic>
          <p:nvPicPr>
            <p:cNvPr id="343" name="Google Shape;343;p27"/>
            <p:cNvPicPr preferRelativeResize="0"/>
            <p:nvPr/>
          </p:nvPicPr>
          <p:blipFill rotWithShape="1">
            <a:blip r:embed="rId6">
              <a:alphaModFix/>
            </a:blip>
            <a:srcRect b="0" l="0" r="0" t="0"/>
            <a:stretch/>
          </p:blipFill>
          <p:spPr>
            <a:xfrm>
              <a:off x="7858004" y="-323322"/>
              <a:ext cx="977125" cy="977125"/>
            </a:xfrm>
            <a:prstGeom prst="rect">
              <a:avLst/>
            </a:prstGeom>
            <a:noFill/>
            <a:ln>
              <a:noFill/>
            </a:ln>
          </p:spPr>
        </p:pic>
        <p:pic>
          <p:nvPicPr>
            <p:cNvPr id="344" name="Google Shape;344;p27"/>
            <p:cNvPicPr preferRelativeResize="0"/>
            <p:nvPr/>
          </p:nvPicPr>
          <p:blipFill rotWithShape="1">
            <a:blip r:embed="rId7">
              <a:alphaModFix/>
            </a:blip>
            <a:srcRect b="0" l="0" r="0" t="0"/>
            <a:stretch/>
          </p:blipFill>
          <p:spPr>
            <a:xfrm>
              <a:off x="7096703" y="-211800"/>
              <a:ext cx="570347" cy="554646"/>
            </a:xfrm>
            <a:prstGeom prst="rect">
              <a:avLst/>
            </a:prstGeom>
            <a:noFill/>
            <a:ln>
              <a:noFill/>
            </a:ln>
          </p:spPr>
        </p:pic>
      </p:grpSp>
      <p:grpSp>
        <p:nvGrpSpPr>
          <p:cNvPr id="345" name="Google Shape;345;p27"/>
          <p:cNvGrpSpPr/>
          <p:nvPr/>
        </p:nvGrpSpPr>
        <p:grpSpPr>
          <a:xfrm>
            <a:off x="-196351" y="3926472"/>
            <a:ext cx="1423225" cy="1868654"/>
            <a:chOff x="-196351" y="3926472"/>
            <a:chExt cx="1423225" cy="1868654"/>
          </a:xfrm>
        </p:grpSpPr>
        <p:pic>
          <p:nvPicPr>
            <p:cNvPr id="346" name="Google Shape;346;p27"/>
            <p:cNvPicPr preferRelativeResize="0"/>
            <p:nvPr/>
          </p:nvPicPr>
          <p:blipFill rotWithShape="1">
            <a:blip r:embed="rId8">
              <a:alphaModFix/>
            </a:blip>
            <a:srcRect b="0" l="0" r="0" t="0"/>
            <a:stretch/>
          </p:blipFill>
          <p:spPr>
            <a:xfrm>
              <a:off x="-196351" y="4436776"/>
              <a:ext cx="1423225" cy="1358350"/>
            </a:xfrm>
            <a:prstGeom prst="rect">
              <a:avLst/>
            </a:prstGeom>
            <a:noFill/>
            <a:ln>
              <a:noFill/>
            </a:ln>
          </p:spPr>
        </p:pic>
        <p:pic>
          <p:nvPicPr>
            <p:cNvPr id="347" name="Google Shape;347;p27"/>
            <p:cNvPicPr preferRelativeResize="0"/>
            <p:nvPr/>
          </p:nvPicPr>
          <p:blipFill rotWithShape="1">
            <a:blip r:embed="rId9">
              <a:alphaModFix/>
            </a:blip>
            <a:srcRect b="0" l="0" r="0" t="0"/>
            <a:stretch/>
          </p:blipFill>
          <p:spPr>
            <a:xfrm>
              <a:off x="-196342" y="3926472"/>
              <a:ext cx="554649" cy="485315"/>
            </a:xfrm>
            <a:prstGeom prst="rect">
              <a:avLst/>
            </a:prstGeom>
            <a:noFill/>
            <a:ln>
              <a:noFill/>
            </a:ln>
          </p:spPr>
        </p:pic>
      </p:grpSp>
      <p:grpSp>
        <p:nvGrpSpPr>
          <p:cNvPr id="348" name="Google Shape;348;p27"/>
          <p:cNvGrpSpPr/>
          <p:nvPr/>
        </p:nvGrpSpPr>
        <p:grpSpPr>
          <a:xfrm>
            <a:off x="7425243" y="1902430"/>
            <a:ext cx="2520911" cy="3892686"/>
            <a:chOff x="7425243" y="1902430"/>
            <a:chExt cx="2520911" cy="3892686"/>
          </a:xfrm>
        </p:grpSpPr>
        <p:pic>
          <p:nvPicPr>
            <p:cNvPr id="349" name="Google Shape;349;p27"/>
            <p:cNvPicPr preferRelativeResize="0"/>
            <p:nvPr/>
          </p:nvPicPr>
          <p:blipFill rotWithShape="1">
            <a:blip r:embed="rId2">
              <a:alphaModFix/>
            </a:blip>
            <a:srcRect b="0" l="0" r="0" t="0"/>
            <a:stretch/>
          </p:blipFill>
          <p:spPr>
            <a:xfrm rot="-377691">
              <a:off x="7584651" y="2654726"/>
              <a:ext cx="2202096" cy="3028796"/>
            </a:xfrm>
            <a:prstGeom prst="rect">
              <a:avLst/>
            </a:prstGeom>
            <a:noFill/>
            <a:ln>
              <a:noFill/>
            </a:ln>
          </p:spPr>
        </p:pic>
        <p:pic>
          <p:nvPicPr>
            <p:cNvPr id="350" name="Google Shape;350;p27"/>
            <p:cNvPicPr preferRelativeResize="0"/>
            <p:nvPr/>
          </p:nvPicPr>
          <p:blipFill rotWithShape="1">
            <a:blip r:embed="rId10">
              <a:alphaModFix/>
            </a:blip>
            <a:srcRect b="0" l="0" r="0" t="0"/>
            <a:stretch/>
          </p:blipFill>
          <p:spPr>
            <a:xfrm rot="-3904245">
              <a:off x="8617971" y="2016310"/>
              <a:ext cx="444766" cy="303486"/>
            </a:xfrm>
            <a:prstGeom prst="rect">
              <a:avLst/>
            </a:prstGeom>
            <a:noFill/>
            <a:ln>
              <a:noFill/>
            </a:ln>
          </p:spPr>
        </p:pic>
        <p:pic>
          <p:nvPicPr>
            <p:cNvPr id="351" name="Google Shape;351;p27"/>
            <p:cNvPicPr preferRelativeResize="0"/>
            <p:nvPr/>
          </p:nvPicPr>
          <p:blipFill rotWithShape="1">
            <a:blip r:embed="rId11">
              <a:alphaModFix/>
            </a:blip>
            <a:srcRect b="0" l="0" r="0" t="0"/>
            <a:stretch/>
          </p:blipFill>
          <p:spPr>
            <a:xfrm>
              <a:off x="8032720" y="4300174"/>
              <a:ext cx="977117" cy="977125"/>
            </a:xfrm>
            <a:prstGeom prst="rect">
              <a:avLst/>
            </a:prstGeom>
            <a:noFill/>
            <a:ln>
              <a:noFill/>
            </a:ln>
          </p:spPr>
        </p:pic>
      </p:grpSp>
      <p:pic>
        <p:nvPicPr>
          <p:cNvPr id="352" name="Google Shape;352;p27"/>
          <p:cNvPicPr preferRelativeResize="0"/>
          <p:nvPr/>
        </p:nvPicPr>
        <p:blipFill rotWithShape="1">
          <a:blip r:embed="rId12">
            <a:alphaModFix/>
          </a:blip>
          <a:srcRect b="0" l="0" r="0" t="0"/>
          <a:stretch/>
        </p:blipFill>
        <p:spPr>
          <a:xfrm>
            <a:off x="5764051" y="4734043"/>
            <a:ext cx="643602" cy="49970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53" name="Shape 353"/>
        <p:cNvGrpSpPr/>
        <p:nvPr/>
      </p:nvGrpSpPr>
      <p:grpSpPr>
        <a:xfrm>
          <a:off x="0" y="0"/>
          <a:ext cx="0" cy="0"/>
          <a:chOff x="0" y="0"/>
          <a:chExt cx="0" cy="0"/>
        </a:xfrm>
      </p:grpSpPr>
      <p:sp>
        <p:nvSpPr>
          <p:cNvPr id="354" name="Google Shape;354;p28"/>
          <p:cNvSpPr txBox="1"/>
          <p:nvPr>
            <p:ph idx="1" type="subTitle"/>
          </p:nvPr>
        </p:nvSpPr>
        <p:spPr>
          <a:xfrm>
            <a:off x="1418900"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55" name="Google Shape;355;p28"/>
          <p:cNvSpPr txBox="1"/>
          <p:nvPr>
            <p:ph idx="2" type="subTitle"/>
          </p:nvPr>
        </p:nvSpPr>
        <p:spPr>
          <a:xfrm>
            <a:off x="4827403"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56" name="Google Shape;356;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57" name="Google Shape;357;p28"/>
          <p:cNvGrpSpPr/>
          <p:nvPr/>
        </p:nvGrpSpPr>
        <p:grpSpPr>
          <a:xfrm>
            <a:off x="7158639" y="-555211"/>
            <a:ext cx="2768466" cy="3675990"/>
            <a:chOff x="7158639" y="-555211"/>
            <a:chExt cx="2768466" cy="3675990"/>
          </a:xfrm>
        </p:grpSpPr>
        <p:pic>
          <p:nvPicPr>
            <p:cNvPr id="358" name="Google Shape;358;p28"/>
            <p:cNvPicPr preferRelativeResize="0"/>
            <p:nvPr/>
          </p:nvPicPr>
          <p:blipFill rotWithShape="1">
            <a:blip r:embed="rId2">
              <a:alphaModFix/>
            </a:blip>
            <a:srcRect b="0" l="0" r="0" t="0"/>
            <a:stretch/>
          </p:blipFill>
          <p:spPr>
            <a:xfrm flipH="1" rot="-10422309">
              <a:off x="7565601" y="-443617"/>
              <a:ext cx="2202096" cy="3028796"/>
            </a:xfrm>
            <a:prstGeom prst="rect">
              <a:avLst/>
            </a:prstGeom>
            <a:noFill/>
            <a:ln>
              <a:noFill/>
            </a:ln>
          </p:spPr>
        </p:pic>
        <p:pic>
          <p:nvPicPr>
            <p:cNvPr id="359" name="Google Shape;359;p28"/>
            <p:cNvPicPr preferRelativeResize="0"/>
            <p:nvPr/>
          </p:nvPicPr>
          <p:blipFill rotWithShape="1">
            <a:blip r:embed="rId3">
              <a:alphaModFix/>
            </a:blip>
            <a:srcRect b="0" l="0" r="0" t="0"/>
            <a:stretch/>
          </p:blipFill>
          <p:spPr>
            <a:xfrm flipH="1" rot="10800000">
              <a:off x="7677029" y="-507073"/>
              <a:ext cx="977125" cy="977125"/>
            </a:xfrm>
            <a:prstGeom prst="rect">
              <a:avLst/>
            </a:prstGeom>
            <a:noFill/>
            <a:ln>
              <a:noFill/>
            </a:ln>
          </p:spPr>
        </p:pic>
        <p:pic>
          <p:nvPicPr>
            <p:cNvPr id="360" name="Google Shape;360;p28"/>
            <p:cNvPicPr preferRelativeResize="0"/>
            <p:nvPr/>
          </p:nvPicPr>
          <p:blipFill rotWithShape="1">
            <a:blip r:embed="rId4">
              <a:alphaModFix/>
            </a:blip>
            <a:srcRect b="0" l="0" r="0" t="0"/>
            <a:stretch/>
          </p:blipFill>
          <p:spPr>
            <a:xfrm flipH="1" rot="10800000">
              <a:off x="7158639" y="120599"/>
              <a:ext cx="355813" cy="324416"/>
            </a:xfrm>
            <a:prstGeom prst="rect">
              <a:avLst/>
            </a:prstGeom>
            <a:noFill/>
            <a:ln>
              <a:noFill/>
            </a:ln>
          </p:spPr>
        </p:pic>
        <p:pic>
          <p:nvPicPr>
            <p:cNvPr id="361" name="Google Shape;361;p28"/>
            <p:cNvPicPr preferRelativeResize="0"/>
            <p:nvPr/>
          </p:nvPicPr>
          <p:blipFill rotWithShape="1">
            <a:blip r:embed="rId5">
              <a:alphaModFix/>
            </a:blip>
            <a:srcRect b="0" l="0" r="0" t="0"/>
            <a:stretch/>
          </p:blipFill>
          <p:spPr>
            <a:xfrm flipH="1" rot="10800000">
              <a:off x="8294128" y="2566133"/>
              <a:ext cx="570347" cy="554646"/>
            </a:xfrm>
            <a:prstGeom prst="rect">
              <a:avLst/>
            </a:prstGeom>
            <a:noFill/>
            <a:ln>
              <a:noFill/>
            </a:ln>
          </p:spPr>
        </p:pic>
      </p:grpSp>
      <p:grpSp>
        <p:nvGrpSpPr>
          <p:cNvPr id="362" name="Google Shape;362;p28"/>
          <p:cNvGrpSpPr/>
          <p:nvPr/>
        </p:nvGrpSpPr>
        <p:grpSpPr>
          <a:xfrm>
            <a:off x="71483" y="-15199"/>
            <a:ext cx="1066129" cy="792856"/>
            <a:chOff x="71483" y="-15199"/>
            <a:chExt cx="1066129" cy="792856"/>
          </a:xfrm>
        </p:grpSpPr>
        <p:pic>
          <p:nvPicPr>
            <p:cNvPr id="363" name="Google Shape;363;p28"/>
            <p:cNvPicPr preferRelativeResize="0"/>
            <p:nvPr/>
          </p:nvPicPr>
          <p:blipFill rotWithShape="1">
            <a:blip r:embed="rId6">
              <a:alphaModFix/>
            </a:blip>
            <a:srcRect b="0" l="0" r="0" t="0"/>
            <a:stretch/>
          </p:blipFill>
          <p:spPr>
            <a:xfrm flipH="1" rot="10800000">
              <a:off x="626131" y="-15199"/>
              <a:ext cx="511481" cy="409444"/>
            </a:xfrm>
            <a:prstGeom prst="rect">
              <a:avLst/>
            </a:prstGeom>
            <a:noFill/>
            <a:ln>
              <a:noFill/>
            </a:ln>
          </p:spPr>
        </p:pic>
        <p:pic>
          <p:nvPicPr>
            <p:cNvPr id="364" name="Google Shape;364;p28"/>
            <p:cNvPicPr preferRelativeResize="0"/>
            <p:nvPr/>
          </p:nvPicPr>
          <p:blipFill rotWithShape="1">
            <a:blip r:embed="rId7">
              <a:alphaModFix/>
            </a:blip>
            <a:srcRect b="0" l="0" r="0" t="0"/>
            <a:stretch/>
          </p:blipFill>
          <p:spPr>
            <a:xfrm flipH="1" rot="10800000">
              <a:off x="71483" y="292342"/>
              <a:ext cx="554649" cy="485315"/>
            </a:xfrm>
            <a:prstGeom prst="rect">
              <a:avLst/>
            </a:prstGeom>
            <a:noFill/>
            <a:ln>
              <a:noFill/>
            </a:ln>
          </p:spPr>
        </p:pic>
      </p:grpSp>
      <p:grpSp>
        <p:nvGrpSpPr>
          <p:cNvPr id="365" name="Google Shape;365;p28"/>
          <p:cNvGrpSpPr/>
          <p:nvPr/>
        </p:nvGrpSpPr>
        <p:grpSpPr>
          <a:xfrm>
            <a:off x="7984146" y="3665809"/>
            <a:ext cx="1325078" cy="1629972"/>
            <a:chOff x="7984146" y="3665809"/>
            <a:chExt cx="1325078" cy="1629972"/>
          </a:xfrm>
        </p:grpSpPr>
        <p:pic>
          <p:nvPicPr>
            <p:cNvPr id="366" name="Google Shape;366;p28"/>
            <p:cNvPicPr preferRelativeResize="0"/>
            <p:nvPr/>
          </p:nvPicPr>
          <p:blipFill rotWithShape="1">
            <a:blip r:embed="rId8">
              <a:alphaModFix/>
            </a:blip>
            <a:srcRect b="0" l="0" r="0" t="0"/>
            <a:stretch/>
          </p:blipFill>
          <p:spPr>
            <a:xfrm flipH="1" rot="10800000">
              <a:off x="8294125" y="4318656"/>
              <a:ext cx="977117" cy="977125"/>
            </a:xfrm>
            <a:prstGeom prst="rect">
              <a:avLst/>
            </a:prstGeom>
            <a:noFill/>
            <a:ln>
              <a:noFill/>
            </a:ln>
          </p:spPr>
        </p:pic>
        <p:pic>
          <p:nvPicPr>
            <p:cNvPr id="367" name="Google Shape;367;p28"/>
            <p:cNvPicPr preferRelativeResize="0"/>
            <p:nvPr/>
          </p:nvPicPr>
          <p:blipFill rotWithShape="1">
            <a:blip r:embed="rId9">
              <a:alphaModFix/>
            </a:blip>
            <a:srcRect b="0" l="0" r="0" t="0"/>
            <a:stretch/>
          </p:blipFill>
          <p:spPr>
            <a:xfrm flipH="1" rot="10800000">
              <a:off x="7984146" y="4557384"/>
              <a:ext cx="444766" cy="303486"/>
            </a:xfrm>
            <a:prstGeom prst="rect">
              <a:avLst/>
            </a:prstGeom>
            <a:noFill/>
            <a:ln>
              <a:noFill/>
            </a:ln>
          </p:spPr>
        </p:pic>
        <p:pic>
          <p:nvPicPr>
            <p:cNvPr id="368" name="Google Shape;368;p28"/>
            <p:cNvPicPr preferRelativeResize="0"/>
            <p:nvPr/>
          </p:nvPicPr>
          <p:blipFill rotWithShape="1">
            <a:blip r:embed="rId10">
              <a:alphaModFix/>
            </a:blip>
            <a:srcRect b="0" l="0" r="0" t="0"/>
            <a:stretch/>
          </p:blipFill>
          <p:spPr>
            <a:xfrm flipH="1" rot="10800000">
              <a:off x="8738877" y="3665809"/>
              <a:ext cx="570347" cy="444763"/>
            </a:xfrm>
            <a:prstGeom prst="rect">
              <a:avLst/>
            </a:prstGeom>
            <a:noFill/>
            <a:ln>
              <a:noFill/>
            </a:ln>
          </p:spPr>
        </p:pic>
      </p:grpSp>
      <p:grpSp>
        <p:nvGrpSpPr>
          <p:cNvPr id="369" name="Google Shape;369;p28"/>
          <p:cNvGrpSpPr/>
          <p:nvPr/>
        </p:nvGrpSpPr>
        <p:grpSpPr>
          <a:xfrm>
            <a:off x="-1060200" y="1133476"/>
            <a:ext cx="3141174" cy="4774114"/>
            <a:chOff x="-1060200" y="1133476"/>
            <a:chExt cx="3141174" cy="4774114"/>
          </a:xfrm>
        </p:grpSpPr>
        <p:pic>
          <p:nvPicPr>
            <p:cNvPr id="370" name="Google Shape;370;p28"/>
            <p:cNvPicPr preferRelativeResize="0"/>
            <p:nvPr/>
          </p:nvPicPr>
          <p:blipFill rotWithShape="1">
            <a:blip r:embed="rId2">
              <a:alphaModFix/>
            </a:blip>
            <a:srcRect b="0" l="0" r="0" t="0"/>
            <a:stretch/>
          </p:blipFill>
          <p:spPr>
            <a:xfrm flipH="1" rot="-1259860">
              <a:off x="-590661" y="2584820"/>
              <a:ext cx="2202096" cy="3028795"/>
            </a:xfrm>
            <a:prstGeom prst="rect">
              <a:avLst/>
            </a:prstGeom>
            <a:noFill/>
            <a:ln>
              <a:noFill/>
            </a:ln>
          </p:spPr>
        </p:pic>
        <p:pic>
          <p:nvPicPr>
            <p:cNvPr id="371" name="Google Shape;371;p28"/>
            <p:cNvPicPr preferRelativeResize="0"/>
            <p:nvPr/>
          </p:nvPicPr>
          <p:blipFill rotWithShape="1">
            <a:blip r:embed="rId11">
              <a:alphaModFix/>
            </a:blip>
            <a:srcRect b="0" l="0" r="0" t="0"/>
            <a:stretch/>
          </p:blipFill>
          <p:spPr>
            <a:xfrm flipH="1" rot="10800000">
              <a:off x="-515675" y="1133476"/>
              <a:ext cx="1257500" cy="1200150"/>
            </a:xfrm>
            <a:prstGeom prst="rect">
              <a:avLst/>
            </a:prstGeom>
            <a:noFill/>
            <a:ln>
              <a:noFill/>
            </a:ln>
          </p:spPr>
        </p:pic>
        <p:pic>
          <p:nvPicPr>
            <p:cNvPr id="372" name="Google Shape;372;p28"/>
            <p:cNvPicPr preferRelativeResize="0"/>
            <p:nvPr/>
          </p:nvPicPr>
          <p:blipFill rotWithShape="1">
            <a:blip r:embed="rId12">
              <a:alphaModFix/>
            </a:blip>
            <a:srcRect b="0" l="0" r="0" t="0"/>
            <a:stretch/>
          </p:blipFill>
          <p:spPr>
            <a:xfrm flipH="1" rot="10800000">
              <a:off x="232484" y="2492109"/>
              <a:ext cx="374127" cy="354503"/>
            </a:xfrm>
            <a:prstGeom prst="rect">
              <a:avLst/>
            </a:prstGeom>
            <a:noFill/>
            <a:ln>
              <a:noFill/>
            </a:ln>
          </p:spPr>
        </p:pic>
        <p:pic>
          <p:nvPicPr>
            <p:cNvPr id="373" name="Google Shape;373;p28"/>
            <p:cNvPicPr preferRelativeResize="0"/>
            <p:nvPr/>
          </p:nvPicPr>
          <p:blipFill rotWithShape="1">
            <a:blip r:embed="rId13">
              <a:alphaModFix/>
            </a:blip>
            <a:srcRect b="0" l="0" r="0" t="0"/>
            <a:stretch/>
          </p:blipFill>
          <p:spPr>
            <a:xfrm flipH="1" rot="10800000">
              <a:off x="-69030" y="3731356"/>
              <a:ext cx="977117" cy="977125"/>
            </a:xfrm>
            <a:prstGeom prst="rect">
              <a:avLst/>
            </a:prstGeom>
            <a:noFill/>
            <a:ln>
              <a:noFill/>
            </a:ln>
          </p:spPr>
        </p:pic>
      </p:grpSp>
      <p:pic>
        <p:nvPicPr>
          <p:cNvPr id="374" name="Google Shape;374;p28"/>
          <p:cNvPicPr preferRelativeResize="0"/>
          <p:nvPr/>
        </p:nvPicPr>
        <p:blipFill rotWithShape="1">
          <a:blip r:embed="rId14">
            <a:alphaModFix/>
          </a:blip>
          <a:srcRect b="0" l="0" r="0" t="0"/>
          <a:stretch/>
        </p:blipFill>
        <p:spPr>
          <a:xfrm flipH="1" rot="10800000">
            <a:off x="4020976" y="4557382"/>
            <a:ext cx="643602" cy="499705"/>
          </a:xfrm>
          <a:prstGeom prst="rect">
            <a:avLst/>
          </a:prstGeom>
          <a:noFill/>
          <a:ln>
            <a:noFill/>
          </a:ln>
        </p:spPr>
      </p:pic>
      <p:sp>
        <p:nvSpPr>
          <p:cNvPr id="375" name="Google Shape;375;p28"/>
          <p:cNvSpPr txBox="1"/>
          <p:nvPr>
            <p:ph idx="3" type="body"/>
          </p:nvPr>
        </p:nvSpPr>
        <p:spPr>
          <a:xfrm>
            <a:off x="14189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376" name="Google Shape;376;p28"/>
          <p:cNvSpPr txBox="1"/>
          <p:nvPr>
            <p:ph idx="4" type="body"/>
          </p:nvPr>
        </p:nvSpPr>
        <p:spPr>
          <a:xfrm>
            <a:off x="48274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1_1_1_2_1_1">
    <p:spTree>
      <p:nvGrpSpPr>
        <p:cNvPr id="377" name="Shape 377"/>
        <p:cNvGrpSpPr/>
        <p:nvPr/>
      </p:nvGrpSpPr>
      <p:grpSpPr>
        <a:xfrm>
          <a:off x="0" y="0"/>
          <a:ext cx="0" cy="0"/>
          <a:chOff x="0" y="0"/>
          <a:chExt cx="0" cy="0"/>
        </a:xfrm>
      </p:grpSpPr>
      <p:sp>
        <p:nvSpPr>
          <p:cNvPr id="378" name="Google Shape;378;p29"/>
          <p:cNvSpPr txBox="1"/>
          <p:nvPr>
            <p:ph type="title"/>
          </p:nvPr>
        </p:nvSpPr>
        <p:spPr>
          <a:xfrm>
            <a:off x="720000" y="1084154"/>
            <a:ext cx="3259200" cy="176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79" name="Google Shape;379;p29"/>
          <p:cNvSpPr txBox="1"/>
          <p:nvPr>
            <p:ph idx="1" type="subTitle"/>
          </p:nvPr>
        </p:nvSpPr>
        <p:spPr>
          <a:xfrm>
            <a:off x="720000" y="2821779"/>
            <a:ext cx="3259200" cy="119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0" name="Google Shape;380;p29"/>
          <p:cNvSpPr/>
          <p:nvPr>
            <p:ph idx="2" type="pic"/>
          </p:nvPr>
        </p:nvSpPr>
        <p:spPr>
          <a:xfrm>
            <a:off x="4751800" y="733275"/>
            <a:ext cx="3677100" cy="3676800"/>
          </a:xfrm>
          <a:prstGeom prst="ellipse">
            <a:avLst/>
          </a:prstGeom>
          <a:noFill/>
          <a:ln>
            <a:noFill/>
          </a:ln>
        </p:spPr>
      </p:sp>
      <p:pic>
        <p:nvPicPr>
          <p:cNvPr id="381" name="Google Shape;381;p29"/>
          <p:cNvPicPr preferRelativeResize="0"/>
          <p:nvPr/>
        </p:nvPicPr>
        <p:blipFill rotWithShape="1">
          <a:blip r:embed="rId2">
            <a:alphaModFix/>
          </a:blip>
          <a:srcRect b="0" l="0" r="0" t="0"/>
          <a:stretch/>
        </p:blipFill>
        <p:spPr>
          <a:xfrm>
            <a:off x="4806025" y="384949"/>
            <a:ext cx="977117" cy="977125"/>
          </a:xfrm>
          <a:prstGeom prst="rect">
            <a:avLst/>
          </a:prstGeom>
          <a:noFill/>
          <a:ln>
            <a:noFill/>
          </a:ln>
        </p:spPr>
      </p:pic>
      <p:grpSp>
        <p:nvGrpSpPr>
          <p:cNvPr id="382" name="Google Shape;382;p29"/>
          <p:cNvGrpSpPr/>
          <p:nvPr/>
        </p:nvGrpSpPr>
        <p:grpSpPr>
          <a:xfrm>
            <a:off x="5327301" y="824062"/>
            <a:ext cx="3101595" cy="3495389"/>
            <a:chOff x="10045026" y="1973719"/>
            <a:chExt cx="3101595" cy="3495389"/>
          </a:xfrm>
        </p:grpSpPr>
        <p:grpSp>
          <p:nvGrpSpPr>
            <p:cNvPr id="383" name="Google Shape;383;p29"/>
            <p:cNvGrpSpPr/>
            <p:nvPr/>
          </p:nvGrpSpPr>
          <p:grpSpPr>
            <a:xfrm>
              <a:off x="10045158" y="1973719"/>
              <a:ext cx="3101463" cy="3489075"/>
              <a:chOff x="732279" y="296625"/>
              <a:chExt cx="2475428" cy="3761400"/>
            </a:xfrm>
          </p:grpSpPr>
          <p:cxnSp>
            <p:nvCxnSpPr>
              <p:cNvPr id="384" name="Google Shape;384;p29"/>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85" name="Google Shape;385;p29"/>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86" name="Google Shape;386;p29"/>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87" name="Google Shape;387;p29"/>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88" name="Google Shape;388;p29"/>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89" name="Google Shape;389;p29"/>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0" name="Google Shape;390;p29"/>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1" name="Google Shape;391;p29"/>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2" name="Google Shape;392;p29"/>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3" name="Google Shape;393;p29"/>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4" name="Google Shape;394;p29"/>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5" name="Google Shape;395;p29"/>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6" name="Google Shape;396;p29"/>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7" name="Google Shape;397;p29"/>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8" name="Google Shape;398;p29"/>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399" name="Google Shape;399;p29"/>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00" name="Google Shape;400;p29"/>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401" name="Google Shape;401;p29"/>
            <p:cNvGrpSpPr/>
            <p:nvPr/>
          </p:nvGrpSpPr>
          <p:grpSpPr>
            <a:xfrm rot="5400000">
              <a:off x="9851137" y="2173846"/>
              <a:ext cx="3489151" cy="3101374"/>
              <a:chOff x="887000" y="296626"/>
              <a:chExt cx="2784860" cy="3343800"/>
            </a:xfrm>
          </p:grpSpPr>
          <p:cxnSp>
            <p:nvCxnSpPr>
              <p:cNvPr id="402" name="Google Shape;402;p29"/>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3" name="Google Shape;403;p29"/>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4" name="Google Shape;404;p29"/>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5" name="Google Shape;405;p29"/>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6" name="Google Shape;406;p29"/>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7" name="Google Shape;407;p29"/>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8" name="Google Shape;408;p29"/>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09" name="Google Shape;409;p29"/>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0" name="Google Shape;410;p29"/>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1" name="Google Shape;411;p29"/>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2" name="Google Shape;412;p29"/>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3" name="Google Shape;413;p29"/>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4" name="Google Shape;414;p29"/>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5" name="Google Shape;415;p29"/>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6" name="Google Shape;416;p29"/>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7" name="Google Shape;417;p29"/>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8" name="Google Shape;418;p29"/>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19" name="Google Shape;419;p29"/>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20" name="Google Shape;420;p29"/>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421" name="Google Shape;421;p29"/>
          <p:cNvPicPr preferRelativeResize="0"/>
          <p:nvPr/>
        </p:nvPicPr>
        <p:blipFill rotWithShape="1">
          <a:blip r:embed="rId3">
            <a:alphaModFix/>
          </a:blip>
          <a:srcRect b="0" l="0" r="0" t="0"/>
          <a:stretch/>
        </p:blipFill>
        <p:spPr>
          <a:xfrm flipH="1" rot="5740570">
            <a:off x="-387823" y="-762060"/>
            <a:ext cx="2202095" cy="3028795"/>
          </a:xfrm>
          <a:prstGeom prst="rect">
            <a:avLst/>
          </a:prstGeom>
          <a:noFill/>
          <a:ln>
            <a:noFill/>
          </a:ln>
        </p:spPr>
      </p:pic>
      <p:grpSp>
        <p:nvGrpSpPr>
          <p:cNvPr id="422" name="Google Shape;422;p29"/>
          <p:cNvGrpSpPr/>
          <p:nvPr/>
        </p:nvGrpSpPr>
        <p:grpSpPr>
          <a:xfrm>
            <a:off x="322675" y="4155900"/>
            <a:ext cx="4178528" cy="1964874"/>
            <a:chOff x="322675" y="4155900"/>
            <a:chExt cx="4178528" cy="1964874"/>
          </a:xfrm>
        </p:grpSpPr>
        <p:pic>
          <p:nvPicPr>
            <p:cNvPr id="423" name="Google Shape;423;p29"/>
            <p:cNvPicPr preferRelativeResize="0"/>
            <p:nvPr/>
          </p:nvPicPr>
          <p:blipFill rotWithShape="1">
            <a:blip r:embed="rId4">
              <a:alphaModFix/>
            </a:blip>
            <a:srcRect b="9272" l="0" r="6059" t="0"/>
            <a:stretch/>
          </p:blipFill>
          <p:spPr>
            <a:xfrm>
              <a:off x="322675" y="4155900"/>
              <a:ext cx="1859701" cy="1964874"/>
            </a:xfrm>
            <a:prstGeom prst="rect">
              <a:avLst/>
            </a:prstGeom>
            <a:noFill/>
            <a:ln>
              <a:noFill/>
            </a:ln>
          </p:spPr>
        </p:pic>
        <p:pic>
          <p:nvPicPr>
            <p:cNvPr id="424" name="Google Shape;424;p29"/>
            <p:cNvPicPr preferRelativeResize="0"/>
            <p:nvPr/>
          </p:nvPicPr>
          <p:blipFill rotWithShape="1">
            <a:blip r:embed="rId5">
              <a:alphaModFix/>
            </a:blip>
            <a:srcRect b="0" l="0" r="0" t="0"/>
            <a:stretch/>
          </p:blipFill>
          <p:spPr>
            <a:xfrm>
              <a:off x="3682085" y="4762495"/>
              <a:ext cx="819118" cy="638750"/>
            </a:xfrm>
            <a:prstGeom prst="rect">
              <a:avLst/>
            </a:prstGeom>
            <a:noFill/>
            <a:ln>
              <a:noFill/>
            </a:ln>
          </p:spPr>
        </p:pic>
        <p:pic>
          <p:nvPicPr>
            <p:cNvPr id="425" name="Google Shape;425;p29"/>
            <p:cNvPicPr preferRelativeResize="0"/>
            <p:nvPr/>
          </p:nvPicPr>
          <p:blipFill rotWithShape="1">
            <a:blip r:embed="rId6">
              <a:alphaModFix/>
            </a:blip>
            <a:srcRect b="0" l="0" r="0" t="0"/>
            <a:stretch/>
          </p:blipFill>
          <p:spPr>
            <a:xfrm>
              <a:off x="2244627" y="4353945"/>
              <a:ext cx="537311" cy="509121"/>
            </a:xfrm>
            <a:prstGeom prst="rect">
              <a:avLst/>
            </a:prstGeom>
            <a:noFill/>
            <a:ln>
              <a:noFill/>
            </a:ln>
          </p:spPr>
        </p:pic>
      </p:grpSp>
      <p:pic>
        <p:nvPicPr>
          <p:cNvPr id="426" name="Google Shape;426;p29"/>
          <p:cNvPicPr preferRelativeResize="0"/>
          <p:nvPr/>
        </p:nvPicPr>
        <p:blipFill rotWithShape="1">
          <a:blip r:embed="rId7">
            <a:alphaModFix/>
          </a:blip>
          <a:srcRect b="0" l="0" r="0" t="0"/>
          <a:stretch/>
        </p:blipFill>
        <p:spPr>
          <a:xfrm>
            <a:off x="7259451" y="-299139"/>
            <a:ext cx="809724" cy="834132"/>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7" name="Shape 427"/>
        <p:cNvGrpSpPr/>
        <p:nvPr/>
      </p:nvGrpSpPr>
      <p:grpSpPr>
        <a:xfrm>
          <a:off x="0" y="0"/>
          <a:ext cx="0" cy="0"/>
          <a:chOff x="0" y="0"/>
          <a:chExt cx="0" cy="0"/>
        </a:xfrm>
      </p:grpSpPr>
      <p:pic>
        <p:nvPicPr>
          <p:cNvPr id="428" name="Google Shape;428;p30"/>
          <p:cNvPicPr preferRelativeResize="0"/>
          <p:nvPr/>
        </p:nvPicPr>
        <p:blipFill rotWithShape="1">
          <a:blip r:embed="rId2">
            <a:alphaModFix/>
          </a:blip>
          <a:srcRect b="0" l="0" r="0" t="0"/>
          <a:stretch/>
        </p:blipFill>
        <p:spPr>
          <a:xfrm>
            <a:off x="7985299" y="2239938"/>
            <a:ext cx="1859701" cy="1774980"/>
          </a:xfrm>
          <a:prstGeom prst="rect">
            <a:avLst/>
          </a:prstGeom>
          <a:noFill/>
          <a:ln>
            <a:noFill/>
          </a:ln>
        </p:spPr>
      </p:pic>
      <p:sp>
        <p:nvSpPr>
          <p:cNvPr id="429" name="Google Shape;429;p30"/>
          <p:cNvSpPr txBox="1"/>
          <p:nvPr>
            <p:ph hasCustomPrompt="1" type="title"/>
          </p:nvPr>
        </p:nvSpPr>
        <p:spPr>
          <a:xfrm>
            <a:off x="1754475" y="1627896"/>
            <a:ext cx="5635200" cy="151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8500"/>
              <a:buNone/>
              <a:defRPr sz="8500">
                <a:highlight>
                  <a:schemeClr val="lt1"/>
                </a:highlight>
              </a:defRPr>
            </a:lvl1pPr>
            <a:lvl2pPr lvl="1" algn="ctr">
              <a:lnSpc>
                <a:spcPct val="100000"/>
              </a:lnSpc>
              <a:spcBef>
                <a:spcPts val="0"/>
              </a:spcBef>
              <a:spcAft>
                <a:spcPts val="0"/>
              </a:spcAft>
              <a:buSzPts val="8500"/>
              <a:buNone/>
              <a:defRPr sz="8500"/>
            </a:lvl2pPr>
            <a:lvl3pPr lvl="2" algn="ctr">
              <a:lnSpc>
                <a:spcPct val="100000"/>
              </a:lnSpc>
              <a:spcBef>
                <a:spcPts val="0"/>
              </a:spcBef>
              <a:spcAft>
                <a:spcPts val="0"/>
              </a:spcAft>
              <a:buSzPts val="8500"/>
              <a:buNone/>
              <a:defRPr sz="8500"/>
            </a:lvl3pPr>
            <a:lvl4pPr lvl="3" algn="ctr">
              <a:lnSpc>
                <a:spcPct val="100000"/>
              </a:lnSpc>
              <a:spcBef>
                <a:spcPts val="0"/>
              </a:spcBef>
              <a:spcAft>
                <a:spcPts val="0"/>
              </a:spcAft>
              <a:buSzPts val="8500"/>
              <a:buNone/>
              <a:defRPr sz="8500"/>
            </a:lvl4pPr>
            <a:lvl5pPr lvl="4" algn="ctr">
              <a:lnSpc>
                <a:spcPct val="100000"/>
              </a:lnSpc>
              <a:spcBef>
                <a:spcPts val="0"/>
              </a:spcBef>
              <a:spcAft>
                <a:spcPts val="0"/>
              </a:spcAft>
              <a:buSzPts val="8500"/>
              <a:buNone/>
              <a:defRPr sz="8500"/>
            </a:lvl5pPr>
            <a:lvl6pPr lvl="5" algn="ctr">
              <a:lnSpc>
                <a:spcPct val="100000"/>
              </a:lnSpc>
              <a:spcBef>
                <a:spcPts val="0"/>
              </a:spcBef>
              <a:spcAft>
                <a:spcPts val="0"/>
              </a:spcAft>
              <a:buSzPts val="8500"/>
              <a:buNone/>
              <a:defRPr sz="8500"/>
            </a:lvl6pPr>
            <a:lvl7pPr lvl="6" algn="ctr">
              <a:lnSpc>
                <a:spcPct val="100000"/>
              </a:lnSpc>
              <a:spcBef>
                <a:spcPts val="0"/>
              </a:spcBef>
              <a:spcAft>
                <a:spcPts val="0"/>
              </a:spcAft>
              <a:buSzPts val="8500"/>
              <a:buNone/>
              <a:defRPr sz="8500"/>
            </a:lvl7pPr>
            <a:lvl8pPr lvl="7" algn="ctr">
              <a:lnSpc>
                <a:spcPct val="100000"/>
              </a:lnSpc>
              <a:spcBef>
                <a:spcPts val="0"/>
              </a:spcBef>
              <a:spcAft>
                <a:spcPts val="0"/>
              </a:spcAft>
              <a:buSzPts val="8500"/>
              <a:buNone/>
              <a:defRPr sz="8500"/>
            </a:lvl8pPr>
            <a:lvl9pPr lvl="8" algn="ctr">
              <a:lnSpc>
                <a:spcPct val="100000"/>
              </a:lnSpc>
              <a:spcBef>
                <a:spcPts val="0"/>
              </a:spcBef>
              <a:spcAft>
                <a:spcPts val="0"/>
              </a:spcAft>
              <a:buSzPts val="8500"/>
              <a:buNone/>
              <a:defRPr sz="8500"/>
            </a:lvl9pPr>
          </a:lstStyle>
          <a:p>
            <a:r>
              <a:t>xx%</a:t>
            </a:r>
          </a:p>
        </p:txBody>
      </p:sp>
      <p:sp>
        <p:nvSpPr>
          <p:cNvPr id="430" name="Google Shape;430;p30"/>
          <p:cNvSpPr txBox="1"/>
          <p:nvPr>
            <p:ph idx="1" type="subTitle"/>
          </p:nvPr>
        </p:nvSpPr>
        <p:spPr>
          <a:xfrm>
            <a:off x="1754475" y="3139046"/>
            <a:ext cx="5635200" cy="444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31" name="Google Shape;431;p30"/>
          <p:cNvGrpSpPr/>
          <p:nvPr/>
        </p:nvGrpSpPr>
        <p:grpSpPr>
          <a:xfrm>
            <a:off x="-1071492" y="-770823"/>
            <a:ext cx="4416234" cy="3046321"/>
            <a:chOff x="-1071492" y="-770823"/>
            <a:chExt cx="4416234" cy="3046321"/>
          </a:xfrm>
        </p:grpSpPr>
        <p:pic>
          <p:nvPicPr>
            <p:cNvPr id="432" name="Google Shape;432;p30"/>
            <p:cNvPicPr preferRelativeResize="0"/>
            <p:nvPr/>
          </p:nvPicPr>
          <p:blipFill rotWithShape="1">
            <a:blip r:embed="rId3">
              <a:alphaModFix/>
            </a:blip>
            <a:srcRect b="0" l="0" r="0" t="0"/>
            <a:stretch/>
          </p:blipFill>
          <p:spPr>
            <a:xfrm flipH="1" rot="4294783">
              <a:off x="-387820" y="-762059"/>
              <a:ext cx="2202094" cy="3028792"/>
            </a:xfrm>
            <a:prstGeom prst="rect">
              <a:avLst/>
            </a:prstGeom>
            <a:noFill/>
            <a:ln>
              <a:noFill/>
            </a:ln>
          </p:spPr>
        </p:pic>
        <p:pic>
          <p:nvPicPr>
            <p:cNvPr id="433" name="Google Shape;433;p30"/>
            <p:cNvPicPr preferRelativeResize="0"/>
            <p:nvPr/>
          </p:nvPicPr>
          <p:blipFill rotWithShape="1">
            <a:blip r:embed="rId4">
              <a:alphaModFix/>
            </a:blip>
            <a:srcRect b="0" l="0" r="0" t="0"/>
            <a:stretch/>
          </p:blipFill>
          <p:spPr>
            <a:xfrm>
              <a:off x="2367625" y="-337989"/>
              <a:ext cx="977117" cy="977125"/>
            </a:xfrm>
            <a:prstGeom prst="rect">
              <a:avLst/>
            </a:prstGeom>
            <a:noFill/>
            <a:ln>
              <a:noFill/>
            </a:ln>
          </p:spPr>
        </p:pic>
      </p:grpSp>
      <p:grpSp>
        <p:nvGrpSpPr>
          <p:cNvPr id="434" name="Google Shape;434;p30"/>
          <p:cNvGrpSpPr/>
          <p:nvPr/>
        </p:nvGrpSpPr>
        <p:grpSpPr>
          <a:xfrm>
            <a:off x="314876" y="3333961"/>
            <a:ext cx="3938677" cy="2236475"/>
            <a:chOff x="314876" y="3333961"/>
            <a:chExt cx="3938677" cy="2236475"/>
          </a:xfrm>
        </p:grpSpPr>
        <p:pic>
          <p:nvPicPr>
            <p:cNvPr id="435" name="Google Shape;435;p30"/>
            <p:cNvPicPr preferRelativeResize="0"/>
            <p:nvPr/>
          </p:nvPicPr>
          <p:blipFill rotWithShape="1">
            <a:blip r:embed="rId5">
              <a:alphaModFix/>
            </a:blip>
            <a:srcRect b="0" l="0" r="0" t="0"/>
            <a:stretch/>
          </p:blipFill>
          <p:spPr>
            <a:xfrm>
              <a:off x="314876" y="3333961"/>
              <a:ext cx="809724" cy="834132"/>
            </a:xfrm>
            <a:prstGeom prst="rect">
              <a:avLst/>
            </a:prstGeom>
            <a:noFill/>
            <a:ln>
              <a:noFill/>
            </a:ln>
          </p:spPr>
        </p:pic>
        <p:pic>
          <p:nvPicPr>
            <p:cNvPr id="436" name="Google Shape;436;p30"/>
            <p:cNvPicPr preferRelativeResize="0"/>
            <p:nvPr/>
          </p:nvPicPr>
          <p:blipFill rotWithShape="1">
            <a:blip r:embed="rId6">
              <a:alphaModFix/>
            </a:blip>
            <a:srcRect b="0" l="0" r="0" t="0"/>
            <a:stretch/>
          </p:blipFill>
          <p:spPr>
            <a:xfrm>
              <a:off x="3434435" y="4381495"/>
              <a:ext cx="819118" cy="638750"/>
            </a:xfrm>
            <a:prstGeom prst="rect">
              <a:avLst/>
            </a:prstGeom>
            <a:noFill/>
            <a:ln>
              <a:noFill/>
            </a:ln>
          </p:spPr>
        </p:pic>
        <p:pic>
          <p:nvPicPr>
            <p:cNvPr id="437" name="Google Shape;437;p30"/>
            <p:cNvPicPr preferRelativeResize="0"/>
            <p:nvPr/>
          </p:nvPicPr>
          <p:blipFill rotWithShape="1">
            <a:blip r:embed="rId7">
              <a:alphaModFix/>
            </a:blip>
            <a:srcRect b="0" l="0" r="0" t="0"/>
            <a:stretch/>
          </p:blipFill>
          <p:spPr>
            <a:xfrm>
              <a:off x="471820" y="4593311"/>
              <a:ext cx="977117" cy="977125"/>
            </a:xfrm>
            <a:prstGeom prst="rect">
              <a:avLst/>
            </a:prstGeom>
            <a:noFill/>
            <a:ln>
              <a:noFill/>
            </a:ln>
          </p:spPr>
        </p:pic>
      </p:grpSp>
      <p:pic>
        <p:nvPicPr>
          <p:cNvPr id="438" name="Google Shape;438;p30"/>
          <p:cNvPicPr preferRelativeResize="0"/>
          <p:nvPr/>
        </p:nvPicPr>
        <p:blipFill rotWithShape="1">
          <a:blip r:embed="rId8">
            <a:alphaModFix/>
          </a:blip>
          <a:srcRect b="9272" l="0" r="6059" t="0"/>
          <a:stretch/>
        </p:blipFill>
        <p:spPr>
          <a:xfrm>
            <a:off x="8019550" y="79200"/>
            <a:ext cx="1859701" cy="1964874"/>
          </a:xfrm>
          <a:prstGeom prst="rect">
            <a:avLst/>
          </a:prstGeom>
          <a:noFill/>
          <a:ln>
            <a:noFill/>
          </a:ln>
        </p:spPr>
      </p:pic>
      <p:pic>
        <p:nvPicPr>
          <p:cNvPr id="439" name="Google Shape;439;p30"/>
          <p:cNvPicPr preferRelativeResize="0"/>
          <p:nvPr/>
        </p:nvPicPr>
        <p:blipFill rotWithShape="1">
          <a:blip r:embed="rId3">
            <a:alphaModFix/>
          </a:blip>
          <a:srcRect b="0" l="0" r="0" t="0"/>
          <a:stretch/>
        </p:blipFill>
        <p:spPr>
          <a:xfrm flipH="1" rot="-8754131">
            <a:off x="7098829" y="2937792"/>
            <a:ext cx="2202096" cy="302879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
    <p:spTree>
      <p:nvGrpSpPr>
        <p:cNvPr id="440" name="Shape 440"/>
        <p:cNvGrpSpPr/>
        <p:nvPr/>
      </p:nvGrpSpPr>
      <p:grpSpPr>
        <a:xfrm>
          <a:off x="0" y="0"/>
          <a:ext cx="0" cy="0"/>
          <a:chOff x="0" y="0"/>
          <a:chExt cx="0" cy="0"/>
        </a:xfrm>
      </p:grpSpPr>
      <p:sp>
        <p:nvSpPr>
          <p:cNvPr id="441" name="Google Shape;441;p31"/>
          <p:cNvSpPr txBox="1"/>
          <p:nvPr>
            <p:ph idx="1" type="subTitle"/>
          </p:nvPr>
        </p:nvSpPr>
        <p:spPr>
          <a:xfrm>
            <a:off x="4992025" y="10899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2" name="Google Shape;442;p31"/>
          <p:cNvSpPr txBox="1"/>
          <p:nvPr>
            <p:ph idx="2" type="subTitle"/>
          </p:nvPr>
        </p:nvSpPr>
        <p:spPr>
          <a:xfrm>
            <a:off x="4992025" y="722405"/>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3" name="Google Shape;443;p31"/>
          <p:cNvSpPr txBox="1"/>
          <p:nvPr>
            <p:ph idx="3" type="subTitle"/>
          </p:nvPr>
        </p:nvSpPr>
        <p:spPr>
          <a:xfrm>
            <a:off x="4992025" y="24407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4" name="Google Shape;444;p31"/>
          <p:cNvSpPr txBox="1"/>
          <p:nvPr>
            <p:ph idx="4" type="subTitle"/>
          </p:nvPr>
        </p:nvSpPr>
        <p:spPr>
          <a:xfrm>
            <a:off x="4992025" y="2073203"/>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5" name="Google Shape;445;p31"/>
          <p:cNvSpPr txBox="1"/>
          <p:nvPr>
            <p:ph idx="5" type="subTitle"/>
          </p:nvPr>
        </p:nvSpPr>
        <p:spPr>
          <a:xfrm>
            <a:off x="4992025" y="37915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6" name="Google Shape;446;p31"/>
          <p:cNvSpPr txBox="1"/>
          <p:nvPr>
            <p:ph idx="6" type="subTitle"/>
          </p:nvPr>
        </p:nvSpPr>
        <p:spPr>
          <a:xfrm>
            <a:off x="4992025" y="3424001"/>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447" name="Google Shape;447;p31"/>
          <p:cNvPicPr preferRelativeResize="0"/>
          <p:nvPr/>
        </p:nvPicPr>
        <p:blipFill rotWithShape="1">
          <a:blip r:embed="rId2">
            <a:alphaModFix/>
          </a:blip>
          <a:srcRect b="9272" l="0" r="6059" t="0"/>
          <a:stretch/>
        </p:blipFill>
        <p:spPr>
          <a:xfrm flipH="1">
            <a:off x="1753354" y="3791500"/>
            <a:ext cx="1859701" cy="1964874"/>
          </a:xfrm>
          <a:prstGeom prst="rect">
            <a:avLst/>
          </a:prstGeom>
          <a:noFill/>
          <a:ln>
            <a:noFill/>
          </a:ln>
        </p:spPr>
      </p:pic>
      <p:pic>
        <p:nvPicPr>
          <p:cNvPr id="448" name="Google Shape;448;p31"/>
          <p:cNvPicPr preferRelativeResize="0"/>
          <p:nvPr/>
        </p:nvPicPr>
        <p:blipFill rotWithShape="1">
          <a:blip r:embed="rId3">
            <a:alphaModFix/>
          </a:blip>
          <a:srcRect b="0" l="0" r="0" t="0"/>
          <a:stretch/>
        </p:blipFill>
        <p:spPr>
          <a:xfrm flipH="1">
            <a:off x="4645028" y="4762495"/>
            <a:ext cx="819118" cy="638750"/>
          </a:xfrm>
          <a:prstGeom prst="rect">
            <a:avLst/>
          </a:prstGeom>
          <a:noFill/>
          <a:ln>
            <a:noFill/>
          </a:ln>
        </p:spPr>
      </p:pic>
      <p:pic>
        <p:nvPicPr>
          <p:cNvPr id="449" name="Google Shape;449;p31"/>
          <p:cNvPicPr preferRelativeResize="0"/>
          <p:nvPr/>
        </p:nvPicPr>
        <p:blipFill rotWithShape="1">
          <a:blip r:embed="rId4">
            <a:alphaModFix/>
          </a:blip>
          <a:srcRect b="0" l="0" r="0" t="0"/>
          <a:stretch/>
        </p:blipFill>
        <p:spPr>
          <a:xfrm rot="-2339220">
            <a:off x="7474830" y="-876360"/>
            <a:ext cx="2202097" cy="3028793"/>
          </a:xfrm>
          <a:prstGeom prst="rect">
            <a:avLst/>
          </a:prstGeom>
          <a:noFill/>
          <a:ln>
            <a:noFill/>
          </a:ln>
        </p:spPr>
      </p:pic>
      <p:pic>
        <p:nvPicPr>
          <p:cNvPr id="450" name="Google Shape;450;p31"/>
          <p:cNvPicPr preferRelativeResize="0"/>
          <p:nvPr/>
        </p:nvPicPr>
        <p:blipFill rotWithShape="1">
          <a:blip r:embed="rId5">
            <a:alphaModFix/>
          </a:blip>
          <a:srcRect b="0" l="0" r="0" t="0"/>
          <a:stretch/>
        </p:blipFill>
        <p:spPr>
          <a:xfrm flipH="1">
            <a:off x="545913" y="-591801"/>
            <a:ext cx="977117" cy="977125"/>
          </a:xfrm>
          <a:prstGeom prst="rect">
            <a:avLst/>
          </a:prstGeom>
          <a:noFill/>
          <a:ln>
            <a:noFill/>
          </a:ln>
        </p:spPr>
      </p:pic>
      <p:pic>
        <p:nvPicPr>
          <p:cNvPr id="451" name="Google Shape;451;p31"/>
          <p:cNvPicPr preferRelativeResize="0"/>
          <p:nvPr/>
        </p:nvPicPr>
        <p:blipFill rotWithShape="1">
          <a:blip r:embed="rId6">
            <a:alphaModFix/>
          </a:blip>
          <a:srcRect b="0" l="0" r="0" t="0"/>
          <a:stretch/>
        </p:blipFill>
        <p:spPr>
          <a:xfrm flipH="1">
            <a:off x="715092" y="4349208"/>
            <a:ext cx="638761" cy="435853"/>
          </a:xfrm>
          <a:prstGeom prst="rect">
            <a:avLst/>
          </a:prstGeom>
          <a:noFill/>
          <a:ln>
            <a:noFill/>
          </a:ln>
        </p:spPr>
      </p:pic>
      <p:pic>
        <p:nvPicPr>
          <p:cNvPr id="452" name="Google Shape;452;p31"/>
          <p:cNvPicPr preferRelativeResize="0"/>
          <p:nvPr/>
        </p:nvPicPr>
        <p:blipFill rotWithShape="1">
          <a:blip r:embed="rId7">
            <a:alphaModFix/>
          </a:blip>
          <a:srcRect b="0" l="0" r="0" t="0"/>
          <a:stretch/>
        </p:blipFill>
        <p:spPr>
          <a:xfrm flipH="1">
            <a:off x="-350572" y="1486579"/>
            <a:ext cx="1124450" cy="1073233"/>
          </a:xfrm>
          <a:prstGeom prst="rect">
            <a:avLst/>
          </a:prstGeom>
          <a:noFill/>
          <a:ln>
            <a:noFill/>
          </a:ln>
        </p:spPr>
      </p:pic>
      <p:grpSp>
        <p:nvGrpSpPr>
          <p:cNvPr id="453" name="Google Shape;453;p31"/>
          <p:cNvGrpSpPr/>
          <p:nvPr/>
        </p:nvGrpSpPr>
        <p:grpSpPr>
          <a:xfrm flipH="1">
            <a:off x="717334" y="824062"/>
            <a:ext cx="3101595" cy="3495389"/>
            <a:chOff x="10045026" y="1973719"/>
            <a:chExt cx="3101595" cy="3495389"/>
          </a:xfrm>
        </p:grpSpPr>
        <p:grpSp>
          <p:nvGrpSpPr>
            <p:cNvPr id="454" name="Google Shape;454;p31"/>
            <p:cNvGrpSpPr/>
            <p:nvPr/>
          </p:nvGrpSpPr>
          <p:grpSpPr>
            <a:xfrm>
              <a:off x="10045158" y="1973719"/>
              <a:ext cx="3101463" cy="3489075"/>
              <a:chOff x="732279" y="296625"/>
              <a:chExt cx="2475428" cy="3761400"/>
            </a:xfrm>
          </p:grpSpPr>
          <p:cxnSp>
            <p:nvCxnSpPr>
              <p:cNvPr id="455" name="Google Shape;455;p31"/>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56" name="Google Shape;456;p31"/>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57" name="Google Shape;457;p31"/>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58" name="Google Shape;458;p31"/>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59" name="Google Shape;459;p31"/>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0" name="Google Shape;460;p31"/>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1" name="Google Shape;461;p31"/>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2" name="Google Shape;462;p31"/>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3" name="Google Shape;463;p31"/>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4" name="Google Shape;464;p31"/>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5" name="Google Shape;465;p31"/>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6" name="Google Shape;466;p31"/>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7" name="Google Shape;467;p31"/>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8" name="Google Shape;468;p31"/>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69" name="Google Shape;469;p31"/>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70" name="Google Shape;470;p31"/>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471" name="Google Shape;471;p31"/>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472" name="Google Shape;472;p31"/>
            <p:cNvGrpSpPr/>
            <p:nvPr/>
          </p:nvGrpSpPr>
          <p:grpSpPr>
            <a:xfrm rot="5400000">
              <a:off x="9851137" y="2173846"/>
              <a:ext cx="3489151" cy="3101374"/>
              <a:chOff x="887000" y="296626"/>
              <a:chExt cx="2784860" cy="3343800"/>
            </a:xfrm>
          </p:grpSpPr>
          <p:cxnSp>
            <p:nvCxnSpPr>
              <p:cNvPr id="473" name="Google Shape;473;p31"/>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4" name="Google Shape;474;p31"/>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5" name="Google Shape;475;p31"/>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6" name="Google Shape;476;p31"/>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7" name="Google Shape;477;p31"/>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8" name="Google Shape;478;p31"/>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79" name="Google Shape;479;p31"/>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0" name="Google Shape;480;p31"/>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1" name="Google Shape;481;p31"/>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2" name="Google Shape;482;p31"/>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3" name="Google Shape;483;p31"/>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4" name="Google Shape;484;p31"/>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5" name="Google Shape;485;p31"/>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6" name="Google Shape;486;p31"/>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7" name="Google Shape;487;p31"/>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8" name="Google Shape;488;p31"/>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89" name="Google Shape;489;p31"/>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90" name="Google Shape;490;p31"/>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491" name="Google Shape;491;p31"/>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92" name="Shape 492"/>
        <p:cNvGrpSpPr/>
        <p:nvPr/>
      </p:nvGrpSpPr>
      <p:grpSpPr>
        <a:xfrm>
          <a:off x="0" y="0"/>
          <a:ext cx="0" cy="0"/>
          <a:chOff x="0" y="0"/>
          <a:chExt cx="0" cy="0"/>
        </a:xfrm>
      </p:grpSpPr>
      <p:sp>
        <p:nvSpPr>
          <p:cNvPr id="493" name="Google Shape;493;p32"/>
          <p:cNvSpPr txBox="1"/>
          <p:nvPr>
            <p:ph type="title"/>
          </p:nvPr>
        </p:nvSpPr>
        <p:spPr>
          <a:xfrm>
            <a:off x="1123375" y="1015623"/>
            <a:ext cx="6897300" cy="2871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pic>
        <p:nvPicPr>
          <p:cNvPr id="494" name="Google Shape;494;p32"/>
          <p:cNvPicPr preferRelativeResize="0"/>
          <p:nvPr/>
        </p:nvPicPr>
        <p:blipFill rotWithShape="1">
          <a:blip r:embed="rId2">
            <a:alphaModFix/>
          </a:blip>
          <a:srcRect b="0" l="0" r="0" t="0"/>
          <a:stretch/>
        </p:blipFill>
        <p:spPr>
          <a:xfrm flipH="1" rot="5740570">
            <a:off x="7756052" y="3809940"/>
            <a:ext cx="2202095" cy="3028795"/>
          </a:xfrm>
          <a:prstGeom prst="rect">
            <a:avLst/>
          </a:prstGeom>
          <a:noFill/>
          <a:ln>
            <a:noFill/>
          </a:ln>
        </p:spPr>
      </p:pic>
      <p:pic>
        <p:nvPicPr>
          <p:cNvPr id="495" name="Google Shape;495;p32"/>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496" name="Google Shape;496;p32"/>
          <p:cNvGrpSpPr/>
          <p:nvPr/>
        </p:nvGrpSpPr>
        <p:grpSpPr>
          <a:xfrm>
            <a:off x="-518450" y="2831236"/>
            <a:ext cx="1523978" cy="1886409"/>
            <a:chOff x="-518450" y="2831236"/>
            <a:chExt cx="1523978" cy="1886409"/>
          </a:xfrm>
        </p:grpSpPr>
        <p:pic>
          <p:nvPicPr>
            <p:cNvPr id="497" name="Google Shape;497;p32"/>
            <p:cNvPicPr preferRelativeResize="0"/>
            <p:nvPr/>
          </p:nvPicPr>
          <p:blipFill rotWithShape="1">
            <a:blip r:embed="rId3">
              <a:alphaModFix/>
            </a:blip>
            <a:srcRect b="0" l="0" r="0" t="0"/>
            <a:stretch/>
          </p:blipFill>
          <p:spPr>
            <a:xfrm>
              <a:off x="186410" y="4078895"/>
              <a:ext cx="819118" cy="638750"/>
            </a:xfrm>
            <a:prstGeom prst="rect">
              <a:avLst/>
            </a:prstGeom>
            <a:noFill/>
            <a:ln>
              <a:noFill/>
            </a:ln>
          </p:spPr>
        </p:pic>
        <p:pic>
          <p:nvPicPr>
            <p:cNvPr id="498" name="Google Shape;498;p32"/>
            <p:cNvPicPr preferRelativeResize="0"/>
            <p:nvPr/>
          </p:nvPicPr>
          <p:blipFill rotWithShape="1">
            <a:blip r:embed="rId4">
              <a:alphaModFix/>
            </a:blip>
            <a:srcRect b="0" l="0" r="0" t="0"/>
            <a:stretch/>
          </p:blipFill>
          <p:spPr>
            <a:xfrm>
              <a:off x="-518450" y="2831236"/>
              <a:ext cx="977117" cy="977125"/>
            </a:xfrm>
            <a:prstGeom prst="rect">
              <a:avLst/>
            </a:prstGeom>
            <a:noFill/>
            <a:ln>
              <a:noFill/>
            </a:ln>
          </p:spPr>
        </p:pic>
      </p:grpSp>
      <p:grpSp>
        <p:nvGrpSpPr>
          <p:cNvPr id="499" name="Google Shape;499;p32"/>
          <p:cNvGrpSpPr/>
          <p:nvPr/>
        </p:nvGrpSpPr>
        <p:grpSpPr>
          <a:xfrm>
            <a:off x="2329098" y="4135354"/>
            <a:ext cx="2173974" cy="2074951"/>
            <a:chOff x="2329098" y="4135354"/>
            <a:chExt cx="2173974" cy="2074951"/>
          </a:xfrm>
        </p:grpSpPr>
        <p:pic>
          <p:nvPicPr>
            <p:cNvPr id="500" name="Google Shape;500;p32"/>
            <p:cNvPicPr preferRelativeResize="0"/>
            <p:nvPr/>
          </p:nvPicPr>
          <p:blipFill rotWithShape="1">
            <a:blip r:embed="rId5">
              <a:alphaModFix/>
            </a:blip>
            <a:srcRect b="0" l="0" r="0" t="0"/>
            <a:stretch/>
          </p:blipFill>
          <p:spPr>
            <a:xfrm>
              <a:off x="2329098" y="4135354"/>
              <a:ext cx="2173974" cy="2074951"/>
            </a:xfrm>
            <a:prstGeom prst="rect">
              <a:avLst/>
            </a:prstGeom>
            <a:noFill/>
            <a:ln>
              <a:noFill/>
            </a:ln>
          </p:spPr>
        </p:pic>
        <p:pic>
          <p:nvPicPr>
            <p:cNvPr id="501" name="Google Shape;501;p32"/>
            <p:cNvPicPr preferRelativeResize="0"/>
            <p:nvPr/>
          </p:nvPicPr>
          <p:blipFill rotWithShape="1">
            <a:blip r:embed="rId6">
              <a:alphaModFix/>
            </a:blip>
            <a:srcRect b="0" l="0" r="0" t="0"/>
            <a:stretch/>
          </p:blipFill>
          <p:spPr>
            <a:xfrm>
              <a:off x="3786040" y="4717658"/>
              <a:ext cx="537311" cy="509121"/>
            </a:xfrm>
            <a:prstGeom prst="rect">
              <a:avLst/>
            </a:prstGeom>
            <a:noFill/>
            <a:ln>
              <a:noFill/>
            </a:ln>
          </p:spPr>
        </p:pic>
      </p:grpSp>
      <p:pic>
        <p:nvPicPr>
          <p:cNvPr id="502" name="Google Shape;502;p32"/>
          <p:cNvPicPr preferRelativeResize="0"/>
          <p:nvPr/>
        </p:nvPicPr>
        <p:blipFill rotWithShape="1">
          <a:blip r:embed="rId7">
            <a:alphaModFix/>
          </a:blip>
          <a:srcRect b="0" l="0" r="0" t="0"/>
          <a:stretch/>
        </p:blipFill>
        <p:spPr>
          <a:xfrm>
            <a:off x="6487926" y="-299139"/>
            <a:ext cx="809724" cy="834132"/>
          </a:xfrm>
          <a:prstGeom prst="rect">
            <a:avLst/>
          </a:prstGeom>
          <a:noFill/>
          <a:ln>
            <a:noFill/>
          </a:ln>
        </p:spPr>
      </p:pic>
      <p:pic>
        <p:nvPicPr>
          <p:cNvPr id="503" name="Google Shape;503;p32"/>
          <p:cNvPicPr preferRelativeResize="0"/>
          <p:nvPr/>
        </p:nvPicPr>
        <p:blipFill rotWithShape="1">
          <a:blip r:embed="rId8">
            <a:alphaModFix/>
          </a:blip>
          <a:srcRect b="9272" l="0" r="6059" t="0"/>
          <a:stretch/>
        </p:blipFill>
        <p:spPr>
          <a:xfrm>
            <a:off x="3124850" y="-1063800"/>
            <a:ext cx="1859701" cy="1964874"/>
          </a:xfrm>
          <a:prstGeom prst="rect">
            <a:avLst/>
          </a:prstGeom>
          <a:noFill/>
          <a:ln>
            <a:noFill/>
          </a:ln>
        </p:spPr>
      </p:pic>
      <p:pic>
        <p:nvPicPr>
          <p:cNvPr id="504" name="Google Shape;504;p32"/>
          <p:cNvPicPr preferRelativeResize="0"/>
          <p:nvPr/>
        </p:nvPicPr>
        <p:blipFill rotWithShape="1">
          <a:blip r:embed="rId9">
            <a:alphaModFix/>
          </a:blip>
          <a:srcRect b="0" l="0" r="0" t="0"/>
          <a:stretch/>
        </p:blipFill>
        <p:spPr>
          <a:xfrm>
            <a:off x="8361677" y="1520733"/>
            <a:ext cx="638761" cy="435853"/>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_1_1">
    <p:spTree>
      <p:nvGrpSpPr>
        <p:cNvPr id="505" name="Shape 505"/>
        <p:cNvGrpSpPr/>
        <p:nvPr/>
      </p:nvGrpSpPr>
      <p:grpSpPr>
        <a:xfrm>
          <a:off x="0" y="0"/>
          <a:ext cx="0" cy="0"/>
          <a:chOff x="0" y="0"/>
          <a:chExt cx="0" cy="0"/>
        </a:xfrm>
      </p:grpSpPr>
      <p:sp>
        <p:nvSpPr>
          <p:cNvPr id="506" name="Google Shape;506;p33"/>
          <p:cNvSpPr txBox="1"/>
          <p:nvPr>
            <p:ph type="title"/>
          </p:nvPr>
        </p:nvSpPr>
        <p:spPr>
          <a:xfrm>
            <a:off x="720000" y="1391377"/>
            <a:ext cx="2946600" cy="119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07" name="Google Shape;507;p33"/>
          <p:cNvSpPr txBox="1"/>
          <p:nvPr>
            <p:ph idx="1" type="subTitle"/>
          </p:nvPr>
        </p:nvSpPr>
        <p:spPr>
          <a:xfrm>
            <a:off x="720000" y="2553025"/>
            <a:ext cx="2946600" cy="119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08" name="Google Shape;508;p33"/>
          <p:cNvGrpSpPr/>
          <p:nvPr/>
        </p:nvGrpSpPr>
        <p:grpSpPr>
          <a:xfrm>
            <a:off x="5327301" y="824062"/>
            <a:ext cx="3101595" cy="3495389"/>
            <a:chOff x="10045026" y="1973719"/>
            <a:chExt cx="3101595" cy="3495389"/>
          </a:xfrm>
        </p:grpSpPr>
        <p:grpSp>
          <p:nvGrpSpPr>
            <p:cNvPr id="509" name="Google Shape;509;p33"/>
            <p:cNvGrpSpPr/>
            <p:nvPr/>
          </p:nvGrpSpPr>
          <p:grpSpPr>
            <a:xfrm>
              <a:off x="10045158" y="1973719"/>
              <a:ext cx="3101463" cy="3489075"/>
              <a:chOff x="732279" y="296625"/>
              <a:chExt cx="2475428" cy="3761400"/>
            </a:xfrm>
          </p:grpSpPr>
          <p:cxnSp>
            <p:nvCxnSpPr>
              <p:cNvPr id="510" name="Google Shape;510;p33"/>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1" name="Google Shape;511;p33"/>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2" name="Google Shape;512;p33"/>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3" name="Google Shape;513;p33"/>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4" name="Google Shape;514;p33"/>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5" name="Google Shape;515;p33"/>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6" name="Google Shape;516;p33"/>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7" name="Google Shape;517;p33"/>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8" name="Google Shape;518;p33"/>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19" name="Google Shape;519;p33"/>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0" name="Google Shape;520;p33"/>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1" name="Google Shape;521;p33"/>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2" name="Google Shape;522;p33"/>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3" name="Google Shape;523;p33"/>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4" name="Google Shape;524;p33"/>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5" name="Google Shape;525;p33"/>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526" name="Google Shape;526;p33"/>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527" name="Google Shape;527;p33"/>
            <p:cNvGrpSpPr/>
            <p:nvPr/>
          </p:nvGrpSpPr>
          <p:grpSpPr>
            <a:xfrm rot="5400000">
              <a:off x="9851137" y="2173846"/>
              <a:ext cx="3489151" cy="3101374"/>
              <a:chOff x="887000" y="296626"/>
              <a:chExt cx="2784860" cy="3343800"/>
            </a:xfrm>
          </p:grpSpPr>
          <p:cxnSp>
            <p:nvCxnSpPr>
              <p:cNvPr id="528" name="Google Shape;528;p33"/>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29" name="Google Shape;529;p33"/>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0" name="Google Shape;530;p33"/>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1" name="Google Shape;531;p33"/>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2" name="Google Shape;532;p33"/>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3" name="Google Shape;533;p33"/>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4" name="Google Shape;534;p33"/>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5" name="Google Shape;535;p33"/>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6" name="Google Shape;536;p33"/>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7" name="Google Shape;537;p33"/>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8" name="Google Shape;538;p33"/>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39" name="Google Shape;539;p33"/>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0" name="Google Shape;540;p33"/>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1" name="Google Shape;541;p33"/>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2" name="Google Shape;542;p33"/>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3" name="Google Shape;543;p33"/>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4" name="Google Shape;544;p33"/>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5" name="Google Shape;545;p33"/>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546" name="Google Shape;546;p33"/>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547" name="Google Shape;547;p33"/>
          <p:cNvPicPr preferRelativeResize="0"/>
          <p:nvPr/>
        </p:nvPicPr>
        <p:blipFill rotWithShape="1">
          <a:blip r:embed="rId2">
            <a:alphaModFix/>
          </a:blip>
          <a:srcRect b="0" l="0" r="0" t="0"/>
          <a:stretch/>
        </p:blipFill>
        <p:spPr>
          <a:xfrm>
            <a:off x="7154676" y="-266489"/>
            <a:ext cx="809724" cy="834132"/>
          </a:xfrm>
          <a:prstGeom prst="rect">
            <a:avLst/>
          </a:prstGeom>
          <a:noFill/>
          <a:ln>
            <a:noFill/>
          </a:ln>
        </p:spPr>
      </p:pic>
      <p:pic>
        <p:nvPicPr>
          <p:cNvPr id="548" name="Google Shape;548;p33"/>
          <p:cNvPicPr preferRelativeResize="0"/>
          <p:nvPr/>
        </p:nvPicPr>
        <p:blipFill rotWithShape="1">
          <a:blip r:embed="rId3">
            <a:alphaModFix/>
          </a:blip>
          <a:srcRect b="0" l="0" r="0" t="0"/>
          <a:stretch/>
        </p:blipFill>
        <p:spPr>
          <a:xfrm flipH="1" rot="3074662">
            <a:off x="-540225" y="-650411"/>
            <a:ext cx="2202096" cy="3028796"/>
          </a:xfrm>
          <a:prstGeom prst="rect">
            <a:avLst/>
          </a:prstGeom>
          <a:noFill/>
          <a:ln>
            <a:noFill/>
          </a:ln>
        </p:spPr>
      </p:pic>
      <p:pic>
        <p:nvPicPr>
          <p:cNvPr id="549" name="Google Shape;549;p33"/>
          <p:cNvPicPr preferRelativeResize="0"/>
          <p:nvPr/>
        </p:nvPicPr>
        <p:blipFill rotWithShape="1">
          <a:blip r:embed="rId4">
            <a:alphaModFix/>
          </a:blip>
          <a:srcRect b="0" l="0" r="0" t="0"/>
          <a:stretch/>
        </p:blipFill>
        <p:spPr>
          <a:xfrm>
            <a:off x="8558545" y="474136"/>
            <a:ext cx="977117" cy="977125"/>
          </a:xfrm>
          <a:prstGeom prst="rect">
            <a:avLst/>
          </a:prstGeom>
          <a:noFill/>
          <a:ln>
            <a:noFill/>
          </a:ln>
        </p:spPr>
      </p:pic>
      <p:pic>
        <p:nvPicPr>
          <p:cNvPr id="550" name="Google Shape;550;p33"/>
          <p:cNvPicPr preferRelativeResize="0"/>
          <p:nvPr/>
        </p:nvPicPr>
        <p:blipFill rotWithShape="1">
          <a:blip r:embed="rId5">
            <a:alphaModFix/>
          </a:blip>
          <a:srcRect b="9272" l="0" r="6059" t="0"/>
          <a:stretch/>
        </p:blipFill>
        <p:spPr>
          <a:xfrm>
            <a:off x="-124675" y="4155900"/>
            <a:ext cx="1859701" cy="196487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1" name="Shape 551"/>
        <p:cNvGrpSpPr/>
        <p:nvPr/>
      </p:nvGrpSpPr>
      <p:grpSpPr>
        <a:xfrm>
          <a:off x="0" y="0"/>
          <a:ext cx="0" cy="0"/>
          <a:chOff x="0" y="0"/>
          <a:chExt cx="0" cy="0"/>
        </a:xfrm>
      </p:grpSpPr>
      <p:sp>
        <p:nvSpPr>
          <p:cNvPr id="552" name="Google Shape;552;p34"/>
          <p:cNvSpPr txBox="1"/>
          <p:nvPr>
            <p:ph idx="1" type="subTitle"/>
          </p:nvPr>
        </p:nvSpPr>
        <p:spPr>
          <a:xfrm>
            <a:off x="1413675"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553" name="Google Shape;553;p34"/>
          <p:cNvSpPr txBox="1"/>
          <p:nvPr>
            <p:ph idx="2" type="subTitle"/>
          </p:nvPr>
        </p:nvSpPr>
        <p:spPr>
          <a:xfrm>
            <a:off x="4931623"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554" name="Google Shape;554;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55" name="Google Shape;555;p34"/>
          <p:cNvSpPr txBox="1"/>
          <p:nvPr>
            <p:ph idx="3" type="subTitle"/>
          </p:nvPr>
        </p:nvSpPr>
        <p:spPr>
          <a:xfrm>
            <a:off x="1413675"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6" name="Google Shape;556;p34"/>
          <p:cNvSpPr txBox="1"/>
          <p:nvPr>
            <p:ph idx="4" type="subTitle"/>
          </p:nvPr>
        </p:nvSpPr>
        <p:spPr>
          <a:xfrm>
            <a:off x="4931623"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57" name="Google Shape;557;p34"/>
          <p:cNvGrpSpPr/>
          <p:nvPr/>
        </p:nvGrpSpPr>
        <p:grpSpPr>
          <a:xfrm flipH="1">
            <a:off x="6938389" y="3878009"/>
            <a:ext cx="2582150" cy="1707619"/>
            <a:chOff x="-479021" y="3878009"/>
            <a:chExt cx="2582150" cy="1707619"/>
          </a:xfrm>
        </p:grpSpPr>
        <p:pic>
          <p:nvPicPr>
            <p:cNvPr id="558" name="Google Shape;558;p34"/>
            <p:cNvPicPr preferRelativeResize="0"/>
            <p:nvPr/>
          </p:nvPicPr>
          <p:blipFill rotWithShape="1">
            <a:blip r:embed="rId2">
              <a:alphaModFix/>
            </a:blip>
            <a:srcRect b="0" l="0" r="0" t="0"/>
            <a:stretch/>
          </p:blipFill>
          <p:spPr>
            <a:xfrm>
              <a:off x="1126004" y="4608503"/>
              <a:ext cx="977125" cy="977125"/>
            </a:xfrm>
            <a:prstGeom prst="rect">
              <a:avLst/>
            </a:prstGeom>
            <a:noFill/>
            <a:ln>
              <a:noFill/>
            </a:ln>
          </p:spPr>
        </p:pic>
        <p:pic>
          <p:nvPicPr>
            <p:cNvPr id="559" name="Google Shape;559;p34"/>
            <p:cNvPicPr preferRelativeResize="0"/>
            <p:nvPr/>
          </p:nvPicPr>
          <p:blipFill rotWithShape="1">
            <a:blip r:embed="rId3">
              <a:alphaModFix/>
            </a:blip>
            <a:srcRect b="0" l="0" r="0" t="0"/>
            <a:stretch/>
          </p:blipFill>
          <p:spPr>
            <a:xfrm>
              <a:off x="-479021" y="3878009"/>
              <a:ext cx="1530901" cy="1461128"/>
            </a:xfrm>
            <a:prstGeom prst="rect">
              <a:avLst/>
            </a:prstGeom>
            <a:noFill/>
            <a:ln>
              <a:noFill/>
            </a:ln>
          </p:spPr>
        </p:pic>
        <p:pic>
          <p:nvPicPr>
            <p:cNvPr id="560" name="Google Shape;560;p34"/>
            <p:cNvPicPr preferRelativeResize="0"/>
            <p:nvPr/>
          </p:nvPicPr>
          <p:blipFill rotWithShape="1">
            <a:blip r:embed="rId4">
              <a:alphaModFix/>
            </a:blip>
            <a:srcRect b="0" l="0" r="0" t="0"/>
            <a:stretch/>
          </p:blipFill>
          <p:spPr>
            <a:xfrm>
              <a:off x="540406" y="4734060"/>
              <a:ext cx="511481" cy="409444"/>
            </a:xfrm>
            <a:prstGeom prst="rect">
              <a:avLst/>
            </a:prstGeom>
            <a:noFill/>
            <a:ln>
              <a:noFill/>
            </a:ln>
          </p:spPr>
        </p:pic>
      </p:grpSp>
      <p:grpSp>
        <p:nvGrpSpPr>
          <p:cNvPr id="561" name="Google Shape;561;p34"/>
          <p:cNvGrpSpPr/>
          <p:nvPr/>
        </p:nvGrpSpPr>
        <p:grpSpPr>
          <a:xfrm flipH="1">
            <a:off x="-799862" y="1988960"/>
            <a:ext cx="2520911" cy="3694556"/>
            <a:chOff x="7320468" y="1988960"/>
            <a:chExt cx="2520911" cy="3694556"/>
          </a:xfrm>
        </p:grpSpPr>
        <p:pic>
          <p:nvPicPr>
            <p:cNvPr id="562" name="Google Shape;562;p34"/>
            <p:cNvPicPr preferRelativeResize="0"/>
            <p:nvPr/>
          </p:nvPicPr>
          <p:blipFill rotWithShape="1">
            <a:blip r:embed="rId5">
              <a:alphaModFix/>
            </a:blip>
            <a:srcRect b="0" l="0" r="0" t="0"/>
            <a:stretch/>
          </p:blipFill>
          <p:spPr>
            <a:xfrm rot="-377691">
              <a:off x="7479876" y="2543126"/>
              <a:ext cx="2202096" cy="3028796"/>
            </a:xfrm>
            <a:prstGeom prst="rect">
              <a:avLst/>
            </a:prstGeom>
            <a:noFill/>
            <a:ln>
              <a:noFill/>
            </a:ln>
          </p:spPr>
        </p:pic>
        <p:pic>
          <p:nvPicPr>
            <p:cNvPr id="563" name="Google Shape;563;p34"/>
            <p:cNvPicPr preferRelativeResize="0"/>
            <p:nvPr/>
          </p:nvPicPr>
          <p:blipFill rotWithShape="1">
            <a:blip r:embed="rId6">
              <a:alphaModFix/>
            </a:blip>
            <a:srcRect b="0" l="0" r="0" t="0"/>
            <a:stretch/>
          </p:blipFill>
          <p:spPr>
            <a:xfrm>
              <a:off x="7730328" y="4661450"/>
              <a:ext cx="570347" cy="554646"/>
            </a:xfrm>
            <a:prstGeom prst="rect">
              <a:avLst/>
            </a:prstGeom>
            <a:noFill/>
            <a:ln>
              <a:noFill/>
            </a:ln>
          </p:spPr>
        </p:pic>
        <p:pic>
          <p:nvPicPr>
            <p:cNvPr id="564" name="Google Shape;564;p34"/>
            <p:cNvPicPr preferRelativeResize="0"/>
            <p:nvPr/>
          </p:nvPicPr>
          <p:blipFill rotWithShape="1">
            <a:blip r:embed="rId7">
              <a:alphaModFix/>
            </a:blip>
            <a:srcRect b="0" l="0" r="0" t="0"/>
            <a:stretch/>
          </p:blipFill>
          <p:spPr>
            <a:xfrm>
              <a:off x="8568433" y="1988960"/>
              <a:ext cx="554649" cy="485315"/>
            </a:xfrm>
            <a:prstGeom prst="rect">
              <a:avLst/>
            </a:prstGeom>
            <a:noFill/>
            <a:ln>
              <a:noFill/>
            </a:ln>
          </p:spPr>
        </p:pic>
      </p:grpSp>
      <p:grpSp>
        <p:nvGrpSpPr>
          <p:cNvPr id="565" name="Google Shape;565;p34"/>
          <p:cNvGrpSpPr/>
          <p:nvPr/>
        </p:nvGrpSpPr>
        <p:grpSpPr>
          <a:xfrm flipH="1">
            <a:off x="-504020" y="-113076"/>
            <a:ext cx="1337141" cy="1575572"/>
            <a:chOff x="8208396" y="-113076"/>
            <a:chExt cx="1337141" cy="1575572"/>
          </a:xfrm>
        </p:grpSpPr>
        <p:pic>
          <p:nvPicPr>
            <p:cNvPr id="566" name="Google Shape;566;p34"/>
            <p:cNvPicPr preferRelativeResize="0"/>
            <p:nvPr/>
          </p:nvPicPr>
          <p:blipFill rotWithShape="1">
            <a:blip r:embed="rId8">
              <a:alphaModFix/>
            </a:blip>
            <a:srcRect b="0" l="0" r="0" t="0"/>
            <a:stretch/>
          </p:blipFill>
          <p:spPr>
            <a:xfrm>
              <a:off x="8208396" y="267435"/>
              <a:ext cx="444766" cy="303486"/>
            </a:xfrm>
            <a:prstGeom prst="rect">
              <a:avLst/>
            </a:prstGeom>
            <a:noFill/>
            <a:ln>
              <a:noFill/>
            </a:ln>
          </p:spPr>
        </p:pic>
        <p:pic>
          <p:nvPicPr>
            <p:cNvPr id="567" name="Google Shape;567;p34"/>
            <p:cNvPicPr preferRelativeResize="0"/>
            <p:nvPr/>
          </p:nvPicPr>
          <p:blipFill rotWithShape="1">
            <a:blip r:embed="rId9">
              <a:alphaModFix/>
            </a:blip>
            <a:srcRect b="0" l="0" r="0" t="0"/>
            <a:stretch/>
          </p:blipFill>
          <p:spPr>
            <a:xfrm>
              <a:off x="8753827" y="1017733"/>
              <a:ext cx="570347" cy="444763"/>
            </a:xfrm>
            <a:prstGeom prst="rect">
              <a:avLst/>
            </a:prstGeom>
            <a:noFill/>
            <a:ln>
              <a:noFill/>
            </a:ln>
          </p:spPr>
        </p:pic>
        <p:pic>
          <p:nvPicPr>
            <p:cNvPr id="568" name="Google Shape;568;p34"/>
            <p:cNvPicPr preferRelativeResize="0"/>
            <p:nvPr/>
          </p:nvPicPr>
          <p:blipFill rotWithShape="1">
            <a:blip r:embed="rId10">
              <a:alphaModFix/>
            </a:blip>
            <a:srcRect b="0" l="0" r="0" t="0"/>
            <a:stretch/>
          </p:blipFill>
          <p:spPr>
            <a:xfrm>
              <a:off x="8568420" y="-113076"/>
              <a:ext cx="977117" cy="977125"/>
            </a:xfrm>
            <a:prstGeom prst="rect">
              <a:avLst/>
            </a:prstGeom>
            <a:noFill/>
            <a:ln>
              <a:noFill/>
            </a:ln>
          </p:spPr>
        </p:pic>
      </p:grpSp>
      <p:grpSp>
        <p:nvGrpSpPr>
          <p:cNvPr id="569" name="Google Shape;569;p34"/>
          <p:cNvGrpSpPr/>
          <p:nvPr/>
        </p:nvGrpSpPr>
        <p:grpSpPr>
          <a:xfrm flipH="1">
            <a:off x="6938390" y="-945735"/>
            <a:ext cx="3664991" cy="3616745"/>
            <a:chOff x="-1561863" y="-717135"/>
            <a:chExt cx="3664991" cy="3616745"/>
          </a:xfrm>
        </p:grpSpPr>
        <p:pic>
          <p:nvPicPr>
            <p:cNvPr id="570" name="Google Shape;570;p34"/>
            <p:cNvPicPr preferRelativeResize="0"/>
            <p:nvPr/>
          </p:nvPicPr>
          <p:blipFill rotWithShape="1">
            <a:blip r:embed="rId11">
              <a:alphaModFix/>
            </a:blip>
            <a:srcRect b="0" l="0" r="0" t="0"/>
            <a:stretch/>
          </p:blipFill>
          <p:spPr>
            <a:xfrm>
              <a:off x="1459526" y="-7"/>
              <a:ext cx="643602" cy="499705"/>
            </a:xfrm>
            <a:prstGeom prst="rect">
              <a:avLst/>
            </a:prstGeom>
            <a:noFill/>
            <a:ln>
              <a:noFill/>
            </a:ln>
          </p:spPr>
        </p:pic>
        <p:grpSp>
          <p:nvGrpSpPr>
            <p:cNvPr id="571" name="Google Shape;571;p34"/>
            <p:cNvGrpSpPr/>
            <p:nvPr/>
          </p:nvGrpSpPr>
          <p:grpSpPr>
            <a:xfrm>
              <a:off x="-1561863" y="-717135"/>
              <a:ext cx="3314430" cy="3616745"/>
              <a:chOff x="-1561863" y="-717135"/>
              <a:chExt cx="3314430" cy="3616745"/>
            </a:xfrm>
          </p:grpSpPr>
          <p:pic>
            <p:nvPicPr>
              <p:cNvPr id="572" name="Google Shape;572;p34"/>
              <p:cNvPicPr preferRelativeResize="0"/>
              <p:nvPr/>
            </p:nvPicPr>
            <p:blipFill rotWithShape="1">
              <a:blip r:embed="rId5">
                <a:alphaModFix/>
              </a:blip>
              <a:srcRect b="0" l="0" r="0" t="0"/>
              <a:stretch/>
            </p:blipFill>
            <p:spPr>
              <a:xfrm rot="-9540140">
                <a:off x="-1092324" y="-423160"/>
                <a:ext cx="2202096" cy="3028795"/>
              </a:xfrm>
              <a:prstGeom prst="rect">
                <a:avLst/>
              </a:prstGeom>
              <a:noFill/>
              <a:ln>
                <a:noFill/>
              </a:ln>
            </p:spPr>
          </p:pic>
          <p:pic>
            <p:nvPicPr>
              <p:cNvPr id="573" name="Google Shape;573;p34"/>
              <p:cNvPicPr preferRelativeResize="0"/>
              <p:nvPr/>
            </p:nvPicPr>
            <p:blipFill rotWithShape="1">
              <a:blip r:embed="rId12">
                <a:alphaModFix/>
              </a:blip>
              <a:srcRect b="0" l="0" r="0" t="0"/>
              <a:stretch/>
            </p:blipFill>
            <p:spPr>
              <a:xfrm>
                <a:off x="286059" y="1337868"/>
                <a:ext cx="374127" cy="354503"/>
              </a:xfrm>
              <a:prstGeom prst="rect">
                <a:avLst/>
              </a:prstGeom>
              <a:noFill/>
              <a:ln>
                <a:noFill/>
              </a:ln>
            </p:spPr>
          </p:pic>
          <p:pic>
            <p:nvPicPr>
              <p:cNvPr id="574" name="Google Shape;574;p34"/>
              <p:cNvPicPr preferRelativeResize="0"/>
              <p:nvPr/>
            </p:nvPicPr>
            <p:blipFill rotWithShape="1">
              <a:blip r:embed="rId13">
                <a:alphaModFix/>
              </a:blip>
              <a:srcRect b="0" l="0" r="0" t="0"/>
              <a:stretch/>
            </p:blipFill>
            <p:spPr>
              <a:xfrm>
                <a:off x="775450" y="-297989"/>
                <a:ext cx="977117" cy="977125"/>
              </a:xfrm>
              <a:prstGeom prst="rect">
                <a:avLst/>
              </a:prstGeom>
              <a:noFill/>
              <a:ln>
                <a:noFill/>
              </a:ln>
            </p:spPr>
          </p:pic>
        </p:grpSp>
      </p:grpSp>
      <p:pic>
        <p:nvPicPr>
          <p:cNvPr id="575" name="Google Shape;575;p34"/>
          <p:cNvPicPr preferRelativeResize="0"/>
          <p:nvPr/>
        </p:nvPicPr>
        <p:blipFill rotWithShape="1">
          <a:blip r:embed="rId9">
            <a:alphaModFix/>
          </a:blip>
          <a:srcRect b="0" l="0" r="0" t="0"/>
          <a:stretch/>
        </p:blipFill>
        <p:spPr>
          <a:xfrm>
            <a:off x="4361277" y="4538583"/>
            <a:ext cx="570347" cy="44476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6" name="Shape 576"/>
        <p:cNvGrpSpPr/>
        <p:nvPr/>
      </p:nvGrpSpPr>
      <p:grpSpPr>
        <a:xfrm>
          <a:off x="0" y="0"/>
          <a:ext cx="0" cy="0"/>
          <a:chOff x="0" y="0"/>
          <a:chExt cx="0" cy="0"/>
        </a:xfrm>
      </p:grpSpPr>
      <p:sp>
        <p:nvSpPr>
          <p:cNvPr id="577" name="Google Shape;577;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78" name="Google Shape;578;p35"/>
          <p:cNvSpPr txBox="1"/>
          <p:nvPr>
            <p:ph idx="1" type="body"/>
          </p:nvPr>
        </p:nvSpPr>
        <p:spPr>
          <a:xfrm>
            <a:off x="2211900" y="1714950"/>
            <a:ext cx="4720200" cy="2523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579" name="Google Shape;579;p35"/>
          <p:cNvGrpSpPr/>
          <p:nvPr/>
        </p:nvGrpSpPr>
        <p:grpSpPr>
          <a:xfrm>
            <a:off x="-1561863" y="-717135"/>
            <a:ext cx="3849363" cy="4118413"/>
            <a:chOff x="-1561863" y="-717135"/>
            <a:chExt cx="3849363" cy="4118413"/>
          </a:xfrm>
        </p:grpSpPr>
        <p:pic>
          <p:nvPicPr>
            <p:cNvPr id="580" name="Google Shape;580;p35"/>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581" name="Google Shape;581;p35"/>
            <p:cNvPicPr preferRelativeResize="0"/>
            <p:nvPr/>
          </p:nvPicPr>
          <p:blipFill rotWithShape="1">
            <a:blip r:embed="rId3">
              <a:alphaModFix/>
            </a:blip>
            <a:srcRect b="0" l="0" r="0" t="0"/>
            <a:stretch/>
          </p:blipFill>
          <p:spPr>
            <a:xfrm>
              <a:off x="-613046" y="2424153"/>
              <a:ext cx="977125" cy="977125"/>
            </a:xfrm>
            <a:prstGeom prst="rect">
              <a:avLst/>
            </a:prstGeom>
            <a:noFill/>
            <a:ln>
              <a:noFill/>
            </a:ln>
          </p:spPr>
        </p:pic>
        <p:pic>
          <p:nvPicPr>
            <p:cNvPr id="582" name="Google Shape;582;p35"/>
            <p:cNvPicPr preferRelativeResize="0"/>
            <p:nvPr/>
          </p:nvPicPr>
          <p:blipFill rotWithShape="1">
            <a:blip r:embed="rId4">
              <a:alphaModFix/>
            </a:blip>
            <a:srcRect b="0" l="0" r="0" t="0"/>
            <a:stretch/>
          </p:blipFill>
          <p:spPr>
            <a:xfrm>
              <a:off x="99371" y="1939818"/>
              <a:ext cx="374127" cy="354503"/>
            </a:xfrm>
            <a:prstGeom prst="rect">
              <a:avLst/>
            </a:prstGeom>
            <a:noFill/>
            <a:ln>
              <a:noFill/>
            </a:ln>
          </p:spPr>
        </p:pic>
        <p:pic>
          <p:nvPicPr>
            <p:cNvPr id="583" name="Google Shape;583;p35"/>
            <p:cNvPicPr preferRelativeResize="0"/>
            <p:nvPr/>
          </p:nvPicPr>
          <p:blipFill rotWithShape="1">
            <a:blip r:embed="rId5">
              <a:alphaModFix/>
            </a:blip>
            <a:srcRect b="0" l="0" r="0" t="0"/>
            <a:stretch/>
          </p:blipFill>
          <p:spPr>
            <a:xfrm>
              <a:off x="1717153" y="-236312"/>
              <a:ext cx="570347" cy="554646"/>
            </a:xfrm>
            <a:prstGeom prst="rect">
              <a:avLst/>
            </a:prstGeom>
            <a:noFill/>
            <a:ln>
              <a:noFill/>
            </a:ln>
          </p:spPr>
        </p:pic>
      </p:grpSp>
      <p:grpSp>
        <p:nvGrpSpPr>
          <p:cNvPr id="584" name="Google Shape;584;p35"/>
          <p:cNvGrpSpPr/>
          <p:nvPr/>
        </p:nvGrpSpPr>
        <p:grpSpPr>
          <a:xfrm>
            <a:off x="7676025" y="-447539"/>
            <a:ext cx="1468738" cy="1762380"/>
            <a:chOff x="7676025" y="-447539"/>
            <a:chExt cx="1468738" cy="1762380"/>
          </a:xfrm>
        </p:grpSpPr>
        <p:pic>
          <p:nvPicPr>
            <p:cNvPr id="585" name="Google Shape;585;p35"/>
            <p:cNvPicPr preferRelativeResize="0"/>
            <p:nvPr/>
          </p:nvPicPr>
          <p:blipFill rotWithShape="1">
            <a:blip r:embed="rId6">
              <a:alphaModFix/>
            </a:blip>
            <a:srcRect b="0" l="0" r="0" t="0"/>
            <a:stretch/>
          </p:blipFill>
          <p:spPr>
            <a:xfrm>
              <a:off x="7676025" y="-447539"/>
              <a:ext cx="977117" cy="977125"/>
            </a:xfrm>
            <a:prstGeom prst="rect">
              <a:avLst/>
            </a:prstGeom>
            <a:noFill/>
            <a:ln>
              <a:noFill/>
            </a:ln>
          </p:spPr>
        </p:pic>
        <p:pic>
          <p:nvPicPr>
            <p:cNvPr id="586" name="Google Shape;586;p35"/>
            <p:cNvPicPr preferRelativeResize="0"/>
            <p:nvPr/>
          </p:nvPicPr>
          <p:blipFill rotWithShape="1">
            <a:blip r:embed="rId7">
              <a:alphaModFix/>
            </a:blip>
            <a:srcRect b="0" l="0" r="0" t="0"/>
            <a:stretch/>
          </p:blipFill>
          <p:spPr>
            <a:xfrm>
              <a:off x="8600921" y="141535"/>
              <a:ext cx="444766" cy="303486"/>
            </a:xfrm>
            <a:prstGeom prst="rect">
              <a:avLst/>
            </a:prstGeom>
            <a:noFill/>
            <a:ln>
              <a:noFill/>
            </a:ln>
          </p:spPr>
        </p:pic>
        <p:pic>
          <p:nvPicPr>
            <p:cNvPr id="587" name="Google Shape;587;p35"/>
            <p:cNvPicPr preferRelativeResize="0"/>
            <p:nvPr/>
          </p:nvPicPr>
          <p:blipFill rotWithShape="1">
            <a:blip r:embed="rId8">
              <a:alphaModFix/>
            </a:blip>
            <a:srcRect b="0" l="0" r="0" t="0"/>
            <a:stretch/>
          </p:blipFill>
          <p:spPr>
            <a:xfrm rot="-3912564">
              <a:off x="8538127" y="740321"/>
              <a:ext cx="570347" cy="444763"/>
            </a:xfrm>
            <a:prstGeom prst="rect">
              <a:avLst/>
            </a:prstGeom>
            <a:noFill/>
            <a:ln>
              <a:noFill/>
            </a:ln>
          </p:spPr>
        </p:pic>
      </p:grpSp>
      <p:grpSp>
        <p:nvGrpSpPr>
          <p:cNvPr id="588" name="Google Shape;588;p35"/>
          <p:cNvGrpSpPr/>
          <p:nvPr/>
        </p:nvGrpSpPr>
        <p:grpSpPr>
          <a:xfrm>
            <a:off x="6354053" y="2648451"/>
            <a:ext cx="3216790" cy="3651197"/>
            <a:chOff x="6354053" y="2648451"/>
            <a:chExt cx="3216790" cy="3651197"/>
          </a:xfrm>
        </p:grpSpPr>
        <p:pic>
          <p:nvPicPr>
            <p:cNvPr id="589" name="Google Shape;589;p35"/>
            <p:cNvPicPr preferRelativeResize="0"/>
            <p:nvPr/>
          </p:nvPicPr>
          <p:blipFill rotWithShape="1">
            <a:blip r:embed="rId2">
              <a:alphaModFix/>
            </a:blip>
            <a:srcRect b="0" l="0" r="0" t="0"/>
            <a:stretch/>
          </p:blipFill>
          <p:spPr>
            <a:xfrm rot="1391275">
              <a:off x="6861400" y="2959651"/>
              <a:ext cx="2202095" cy="3028798"/>
            </a:xfrm>
            <a:prstGeom prst="rect">
              <a:avLst/>
            </a:prstGeom>
            <a:noFill/>
            <a:ln>
              <a:noFill/>
            </a:ln>
          </p:spPr>
        </p:pic>
        <p:pic>
          <p:nvPicPr>
            <p:cNvPr id="590" name="Google Shape;590;p35"/>
            <p:cNvPicPr preferRelativeResize="0"/>
            <p:nvPr/>
          </p:nvPicPr>
          <p:blipFill rotWithShape="1">
            <a:blip r:embed="rId9">
              <a:alphaModFix/>
            </a:blip>
            <a:srcRect b="0" l="0" r="0" t="0"/>
            <a:stretch/>
          </p:blipFill>
          <p:spPr>
            <a:xfrm>
              <a:off x="7009814" y="4608490"/>
              <a:ext cx="355813" cy="324416"/>
            </a:xfrm>
            <a:prstGeom prst="rect">
              <a:avLst/>
            </a:prstGeom>
            <a:noFill/>
            <a:ln>
              <a:noFill/>
            </a:ln>
          </p:spPr>
        </p:pic>
        <p:pic>
          <p:nvPicPr>
            <p:cNvPr id="591" name="Google Shape;591;p35"/>
            <p:cNvPicPr preferRelativeResize="0"/>
            <p:nvPr/>
          </p:nvPicPr>
          <p:blipFill rotWithShape="1">
            <a:blip r:embed="rId10">
              <a:alphaModFix/>
            </a:blip>
            <a:srcRect b="0" l="0" r="0" t="0"/>
            <a:stretch/>
          </p:blipFill>
          <p:spPr>
            <a:xfrm>
              <a:off x="8550433" y="2837724"/>
              <a:ext cx="977117" cy="977125"/>
            </a:xfrm>
            <a:prstGeom prst="rect">
              <a:avLst/>
            </a:prstGeom>
            <a:noFill/>
            <a:ln>
              <a:noFill/>
            </a:ln>
          </p:spPr>
        </p:pic>
      </p:grpSp>
      <p:grpSp>
        <p:nvGrpSpPr>
          <p:cNvPr id="592" name="Google Shape;592;p35"/>
          <p:cNvGrpSpPr/>
          <p:nvPr/>
        </p:nvGrpSpPr>
        <p:grpSpPr>
          <a:xfrm>
            <a:off x="-395744" y="3612910"/>
            <a:ext cx="1975050" cy="2370356"/>
            <a:chOff x="-395744" y="3612910"/>
            <a:chExt cx="1975050" cy="2370356"/>
          </a:xfrm>
        </p:grpSpPr>
        <p:pic>
          <p:nvPicPr>
            <p:cNvPr id="593" name="Google Shape;593;p35"/>
            <p:cNvPicPr preferRelativeResize="0"/>
            <p:nvPr/>
          </p:nvPicPr>
          <p:blipFill rotWithShape="1">
            <a:blip r:embed="rId11">
              <a:alphaModFix/>
            </a:blip>
            <a:srcRect b="0" l="0" r="0" t="0"/>
            <a:stretch/>
          </p:blipFill>
          <p:spPr>
            <a:xfrm>
              <a:off x="-395744" y="4098229"/>
              <a:ext cx="1975050" cy="1885037"/>
            </a:xfrm>
            <a:prstGeom prst="rect">
              <a:avLst/>
            </a:prstGeom>
            <a:noFill/>
            <a:ln>
              <a:noFill/>
            </a:ln>
          </p:spPr>
        </p:pic>
        <p:pic>
          <p:nvPicPr>
            <p:cNvPr id="594" name="Google Shape;594;p35"/>
            <p:cNvPicPr preferRelativeResize="0"/>
            <p:nvPr/>
          </p:nvPicPr>
          <p:blipFill rotWithShape="1">
            <a:blip r:embed="rId12">
              <a:alphaModFix/>
            </a:blip>
            <a:srcRect b="0" l="0" r="0" t="0"/>
            <a:stretch/>
          </p:blipFill>
          <p:spPr>
            <a:xfrm>
              <a:off x="982181" y="4734060"/>
              <a:ext cx="511481" cy="409444"/>
            </a:xfrm>
            <a:prstGeom prst="rect">
              <a:avLst/>
            </a:prstGeom>
            <a:noFill/>
            <a:ln>
              <a:noFill/>
            </a:ln>
          </p:spPr>
        </p:pic>
        <p:pic>
          <p:nvPicPr>
            <p:cNvPr id="595" name="Google Shape;595;p35"/>
            <p:cNvPicPr preferRelativeResize="0"/>
            <p:nvPr/>
          </p:nvPicPr>
          <p:blipFill rotWithShape="1">
            <a:blip r:embed="rId13">
              <a:alphaModFix/>
            </a:blip>
            <a:srcRect b="0" l="0" r="0" t="0"/>
            <a:stretch/>
          </p:blipFill>
          <p:spPr>
            <a:xfrm>
              <a:off x="38933" y="3612910"/>
              <a:ext cx="554649" cy="485315"/>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596" name="Shape 596"/>
        <p:cNvGrpSpPr/>
        <p:nvPr/>
      </p:nvGrpSpPr>
      <p:grpSpPr>
        <a:xfrm>
          <a:off x="0" y="0"/>
          <a:ext cx="0" cy="0"/>
          <a:chOff x="0" y="0"/>
          <a:chExt cx="0" cy="0"/>
        </a:xfrm>
      </p:grpSpPr>
      <p:sp>
        <p:nvSpPr>
          <p:cNvPr id="597" name="Google Shape;597;p36"/>
          <p:cNvSpPr txBox="1"/>
          <p:nvPr>
            <p:ph type="ctrTitle"/>
          </p:nvPr>
        </p:nvSpPr>
        <p:spPr>
          <a:xfrm>
            <a:off x="4720650" y="729075"/>
            <a:ext cx="3708300" cy="104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5200"/>
              <a:buNone/>
              <a:defRPr sz="5900">
                <a:highlight>
                  <a:schemeClr val="lt1"/>
                </a:highligh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98" name="Google Shape;598;p36"/>
          <p:cNvSpPr txBox="1"/>
          <p:nvPr>
            <p:ph idx="1" type="subTitle"/>
          </p:nvPr>
        </p:nvSpPr>
        <p:spPr>
          <a:xfrm>
            <a:off x="4720650" y="1804418"/>
            <a:ext cx="3708300" cy="1308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599" name="Google Shape;599;p36"/>
          <p:cNvPicPr preferRelativeResize="0"/>
          <p:nvPr/>
        </p:nvPicPr>
        <p:blipFill rotWithShape="1">
          <a:blip r:embed="rId2">
            <a:alphaModFix/>
          </a:blip>
          <a:srcRect b="9272" l="0" r="6059" t="0"/>
          <a:stretch/>
        </p:blipFill>
        <p:spPr>
          <a:xfrm flipH="1">
            <a:off x="-1078882" y="-552312"/>
            <a:ext cx="1859701" cy="1964874"/>
          </a:xfrm>
          <a:prstGeom prst="rect">
            <a:avLst/>
          </a:prstGeom>
          <a:noFill/>
          <a:ln>
            <a:noFill/>
          </a:ln>
        </p:spPr>
      </p:pic>
      <p:grpSp>
        <p:nvGrpSpPr>
          <p:cNvPr id="600" name="Google Shape;600;p36"/>
          <p:cNvGrpSpPr/>
          <p:nvPr/>
        </p:nvGrpSpPr>
        <p:grpSpPr>
          <a:xfrm flipH="1">
            <a:off x="720548" y="824062"/>
            <a:ext cx="3101595" cy="3495389"/>
            <a:chOff x="10045026" y="1973719"/>
            <a:chExt cx="3101595" cy="3495389"/>
          </a:xfrm>
        </p:grpSpPr>
        <p:grpSp>
          <p:nvGrpSpPr>
            <p:cNvPr id="601" name="Google Shape;601;p36"/>
            <p:cNvGrpSpPr/>
            <p:nvPr/>
          </p:nvGrpSpPr>
          <p:grpSpPr>
            <a:xfrm>
              <a:off x="10045158" y="1973719"/>
              <a:ext cx="3101463" cy="3489075"/>
              <a:chOff x="732279" y="296625"/>
              <a:chExt cx="2475428" cy="3761400"/>
            </a:xfrm>
          </p:grpSpPr>
          <p:cxnSp>
            <p:nvCxnSpPr>
              <p:cNvPr id="602" name="Google Shape;602;p36"/>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3" name="Google Shape;603;p36"/>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4" name="Google Shape;604;p36"/>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5" name="Google Shape;605;p36"/>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6" name="Google Shape;606;p36"/>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7" name="Google Shape;607;p36"/>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8" name="Google Shape;608;p36"/>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09" name="Google Shape;609;p36"/>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0" name="Google Shape;610;p36"/>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1" name="Google Shape;611;p36"/>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2" name="Google Shape;612;p36"/>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3" name="Google Shape;613;p36"/>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4" name="Google Shape;614;p36"/>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5" name="Google Shape;615;p36"/>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6" name="Google Shape;616;p36"/>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7" name="Google Shape;617;p36"/>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618" name="Google Shape;618;p36"/>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619" name="Google Shape;619;p36"/>
            <p:cNvGrpSpPr/>
            <p:nvPr/>
          </p:nvGrpSpPr>
          <p:grpSpPr>
            <a:xfrm rot="5400000">
              <a:off x="9851137" y="2173846"/>
              <a:ext cx="3489151" cy="3101374"/>
              <a:chOff x="887000" y="296626"/>
              <a:chExt cx="2784860" cy="3343800"/>
            </a:xfrm>
          </p:grpSpPr>
          <p:cxnSp>
            <p:nvCxnSpPr>
              <p:cNvPr id="620" name="Google Shape;620;p36"/>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1" name="Google Shape;621;p36"/>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2" name="Google Shape;622;p36"/>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3" name="Google Shape;623;p36"/>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4" name="Google Shape;624;p36"/>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5" name="Google Shape;625;p36"/>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6" name="Google Shape;626;p36"/>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7" name="Google Shape;627;p36"/>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8" name="Google Shape;628;p36"/>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29" name="Google Shape;629;p36"/>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0" name="Google Shape;630;p36"/>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1" name="Google Shape;631;p36"/>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2" name="Google Shape;632;p36"/>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3" name="Google Shape;633;p36"/>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4" name="Google Shape;634;p36"/>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5" name="Google Shape;635;p36"/>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6" name="Google Shape;636;p36"/>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7" name="Google Shape;637;p36"/>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638" name="Google Shape;638;p36"/>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639" name="Google Shape;639;p36"/>
          <p:cNvPicPr preferRelativeResize="0"/>
          <p:nvPr/>
        </p:nvPicPr>
        <p:blipFill rotWithShape="1">
          <a:blip r:embed="rId3">
            <a:alphaModFix/>
          </a:blip>
          <a:srcRect b="0" l="0" r="0" t="0"/>
          <a:stretch/>
        </p:blipFill>
        <p:spPr>
          <a:xfrm rot="-2426800">
            <a:off x="7485269" y="-786761"/>
            <a:ext cx="2202096" cy="3028792"/>
          </a:xfrm>
          <a:prstGeom prst="rect">
            <a:avLst/>
          </a:prstGeom>
          <a:noFill/>
          <a:ln>
            <a:noFill/>
          </a:ln>
        </p:spPr>
      </p:pic>
      <p:pic>
        <p:nvPicPr>
          <p:cNvPr id="640" name="Google Shape;640;p36"/>
          <p:cNvPicPr preferRelativeResize="0"/>
          <p:nvPr/>
        </p:nvPicPr>
        <p:blipFill rotWithShape="1">
          <a:blip r:embed="rId4">
            <a:alphaModFix/>
          </a:blip>
          <a:srcRect b="0" l="0" r="0" t="0"/>
          <a:stretch/>
        </p:blipFill>
        <p:spPr>
          <a:xfrm flipH="1" rot="-2124616">
            <a:off x="8367906" y="4486783"/>
            <a:ext cx="638761" cy="435853"/>
          </a:xfrm>
          <a:prstGeom prst="rect">
            <a:avLst/>
          </a:prstGeom>
          <a:noFill/>
          <a:ln>
            <a:noFill/>
          </a:ln>
        </p:spPr>
      </p:pic>
      <p:pic>
        <p:nvPicPr>
          <p:cNvPr id="641" name="Google Shape;641;p36"/>
          <p:cNvPicPr preferRelativeResize="0"/>
          <p:nvPr/>
        </p:nvPicPr>
        <p:blipFill rotWithShape="1">
          <a:blip r:embed="rId5">
            <a:alphaModFix/>
          </a:blip>
          <a:srcRect b="0" l="0" r="0" t="0"/>
          <a:stretch/>
        </p:blipFill>
        <p:spPr>
          <a:xfrm flipH="1">
            <a:off x="1185044" y="-266489"/>
            <a:ext cx="809724" cy="834132"/>
          </a:xfrm>
          <a:prstGeom prst="rect">
            <a:avLst/>
          </a:prstGeom>
          <a:noFill/>
          <a:ln>
            <a:noFill/>
          </a:ln>
        </p:spPr>
      </p:pic>
      <p:sp>
        <p:nvSpPr>
          <p:cNvPr id="642" name="Google Shape;642;p36"/>
          <p:cNvSpPr txBox="1"/>
          <p:nvPr/>
        </p:nvSpPr>
        <p:spPr>
          <a:xfrm>
            <a:off x="3893925" y="3667200"/>
            <a:ext cx="4535100" cy="471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CREDITS: This presentation template was created by </a:t>
            </a:r>
            <a:r>
              <a:rPr b="1" i="0" lang="en" sz="1100" u="none" cap="none" strike="noStrike">
                <a:solidFill>
                  <a:schemeClr val="dk1"/>
                </a:solidFill>
                <a:uFill>
                  <a:noFill/>
                </a:uFill>
                <a:latin typeface="Open Sans"/>
                <a:ea typeface="Open Sans"/>
                <a:cs typeface="Open Sans"/>
                <a:sym typeface="Open Sans"/>
                <a:hlinkClick r:id="rId6">
                  <a:extLst>
                    <a:ext uri="{A12FA001-AC4F-418D-AE19-62706E023703}">
                      <ahyp:hlinkClr val="tx"/>
                    </a:ext>
                  </a:extLst>
                </a:hlinkClick>
              </a:rPr>
              <a:t>Slidesgo</a:t>
            </a:r>
            <a:r>
              <a:rPr b="0" i="0" lang="en" sz="1100" u="none" cap="none" strike="noStrike">
                <a:solidFill>
                  <a:schemeClr val="dk1"/>
                </a:solidFill>
                <a:latin typeface="Open Sans"/>
                <a:ea typeface="Open Sans"/>
                <a:cs typeface="Open Sans"/>
                <a:sym typeface="Open Sans"/>
              </a:rPr>
              <a:t>, and includes icons by </a:t>
            </a:r>
            <a:r>
              <a:rPr b="1" i="0" lang="en" sz="1100" u="none" cap="none" strike="noStrike">
                <a:solidFill>
                  <a:schemeClr val="dk1"/>
                </a:solidFill>
                <a:uFill>
                  <a:noFill/>
                </a:uFill>
                <a:latin typeface="Open Sans"/>
                <a:ea typeface="Open Sans"/>
                <a:cs typeface="Open Sans"/>
                <a:sym typeface="Open Sans"/>
                <a:hlinkClick r:id="rId7">
                  <a:extLst>
                    <a:ext uri="{A12FA001-AC4F-418D-AE19-62706E023703}">
                      <ahyp:hlinkClr val="tx"/>
                    </a:ext>
                  </a:extLst>
                </a:hlinkClick>
              </a:rPr>
              <a:t>Flaticon</a:t>
            </a:r>
            <a:r>
              <a:rPr b="0" i="0" lang="en" sz="1100" u="none" cap="none" strike="noStrike">
                <a:solidFill>
                  <a:schemeClr val="dk1"/>
                </a:solidFill>
                <a:latin typeface="Open Sans"/>
                <a:ea typeface="Open Sans"/>
                <a:cs typeface="Open Sans"/>
                <a:sym typeface="Open Sans"/>
              </a:rPr>
              <a:t> and infographics &amp; images by </a:t>
            </a:r>
            <a:r>
              <a:rPr b="1" i="0" lang="en" sz="1100" u="none" cap="none" strike="noStrike">
                <a:solidFill>
                  <a:schemeClr val="dk1"/>
                </a:solidFill>
                <a:uFill>
                  <a:noFill/>
                </a:uFill>
                <a:latin typeface="Open Sans"/>
                <a:ea typeface="Open Sans"/>
                <a:cs typeface="Open Sans"/>
                <a:sym typeface="Open Sans"/>
                <a:hlinkClick r:id="rId8">
                  <a:extLst>
                    <a:ext uri="{A12FA001-AC4F-418D-AE19-62706E023703}">
                      <ahyp:hlinkClr val="tx"/>
                    </a:ext>
                  </a:extLst>
                </a:hlinkClick>
              </a:rPr>
              <a:t>Freepik</a:t>
            </a:r>
            <a:endParaRPr b="1" i="0" sz="1100" u="none" cap="none" strike="noStrike">
              <a:solidFill>
                <a:schemeClr val="dk1"/>
              </a:solidFill>
              <a:latin typeface="Open Sans"/>
              <a:ea typeface="Open Sans"/>
              <a:cs typeface="Open Sans"/>
              <a:sym typeface="Open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3" name="Shape 643"/>
        <p:cNvGrpSpPr/>
        <p:nvPr/>
      </p:nvGrpSpPr>
      <p:grpSpPr>
        <a:xfrm>
          <a:off x="0" y="0"/>
          <a:ext cx="0" cy="0"/>
          <a:chOff x="0" y="0"/>
          <a:chExt cx="0" cy="0"/>
        </a:xfrm>
      </p:grpSpPr>
      <p:sp>
        <p:nvSpPr>
          <p:cNvPr id="644" name="Google Shape;644;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45" name="Google Shape;645;p37"/>
          <p:cNvSpPr txBox="1"/>
          <p:nvPr>
            <p:ph idx="1" type="body"/>
          </p:nvPr>
        </p:nvSpPr>
        <p:spPr>
          <a:xfrm>
            <a:off x="948600" y="1499946"/>
            <a:ext cx="2992200" cy="25962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646" name="Google Shape;646;p37"/>
          <p:cNvGrpSpPr/>
          <p:nvPr/>
        </p:nvGrpSpPr>
        <p:grpSpPr>
          <a:xfrm>
            <a:off x="-652938" y="-610193"/>
            <a:ext cx="2366001" cy="3145784"/>
            <a:chOff x="-652938" y="-610193"/>
            <a:chExt cx="2366001" cy="3145784"/>
          </a:xfrm>
        </p:grpSpPr>
        <p:pic>
          <p:nvPicPr>
            <p:cNvPr id="647" name="Google Shape;647;p37"/>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648" name="Google Shape;648;p37"/>
            <p:cNvPicPr preferRelativeResize="0"/>
            <p:nvPr/>
          </p:nvPicPr>
          <p:blipFill rotWithShape="1">
            <a:blip r:embed="rId3">
              <a:alphaModFix/>
            </a:blip>
            <a:srcRect b="0" l="0" r="0" t="0"/>
            <a:stretch/>
          </p:blipFill>
          <p:spPr>
            <a:xfrm>
              <a:off x="784034" y="237693"/>
              <a:ext cx="374127" cy="354503"/>
            </a:xfrm>
            <a:prstGeom prst="rect">
              <a:avLst/>
            </a:prstGeom>
            <a:noFill/>
            <a:ln>
              <a:noFill/>
            </a:ln>
          </p:spPr>
        </p:pic>
      </p:grpSp>
      <p:grpSp>
        <p:nvGrpSpPr>
          <p:cNvPr id="649" name="Google Shape;649;p37"/>
          <p:cNvGrpSpPr/>
          <p:nvPr/>
        </p:nvGrpSpPr>
        <p:grpSpPr>
          <a:xfrm>
            <a:off x="8206521" y="-255826"/>
            <a:ext cx="1271496" cy="977125"/>
            <a:chOff x="8206521" y="-255826"/>
            <a:chExt cx="1271496" cy="977125"/>
          </a:xfrm>
        </p:grpSpPr>
        <p:pic>
          <p:nvPicPr>
            <p:cNvPr id="650" name="Google Shape;650;p37"/>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651" name="Google Shape;651;p37"/>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652" name="Google Shape;652;p37"/>
          <p:cNvGrpSpPr/>
          <p:nvPr/>
        </p:nvGrpSpPr>
        <p:grpSpPr>
          <a:xfrm>
            <a:off x="-91867" y="3726510"/>
            <a:ext cx="1648646" cy="1859106"/>
            <a:chOff x="-91867" y="3726510"/>
            <a:chExt cx="1648646" cy="1859106"/>
          </a:xfrm>
        </p:grpSpPr>
        <p:pic>
          <p:nvPicPr>
            <p:cNvPr id="653" name="Google Shape;653;p37"/>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654" name="Google Shape;654;p37"/>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655" name="Google Shape;655;p37"/>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656" name="Google Shape;656;p37"/>
          <p:cNvGrpSpPr/>
          <p:nvPr/>
        </p:nvGrpSpPr>
        <p:grpSpPr>
          <a:xfrm>
            <a:off x="7249639" y="1900125"/>
            <a:ext cx="2378748" cy="3117829"/>
            <a:chOff x="7249639" y="1900125"/>
            <a:chExt cx="2378748" cy="3117829"/>
          </a:xfrm>
        </p:grpSpPr>
        <p:pic>
          <p:nvPicPr>
            <p:cNvPr id="657" name="Google Shape;657;p37"/>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658" name="Google Shape;658;p37"/>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659" name="Google Shape;659;p37"/>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660" name="Google Shape;660;p37"/>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
    <p:spTree>
      <p:nvGrpSpPr>
        <p:cNvPr id="661" name="Shape 661"/>
        <p:cNvGrpSpPr/>
        <p:nvPr/>
      </p:nvGrpSpPr>
      <p:grpSpPr>
        <a:xfrm>
          <a:off x="0" y="0"/>
          <a:ext cx="0" cy="0"/>
          <a:chOff x="0" y="0"/>
          <a:chExt cx="0" cy="0"/>
        </a:xfrm>
      </p:grpSpPr>
      <p:sp>
        <p:nvSpPr>
          <p:cNvPr id="662" name="Google Shape;662;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63" name="Google Shape;663;p38"/>
          <p:cNvSpPr txBox="1"/>
          <p:nvPr>
            <p:ph idx="1" type="body"/>
          </p:nvPr>
        </p:nvSpPr>
        <p:spPr>
          <a:xfrm>
            <a:off x="948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664" name="Google Shape;664;p38"/>
          <p:cNvGrpSpPr/>
          <p:nvPr/>
        </p:nvGrpSpPr>
        <p:grpSpPr>
          <a:xfrm rot="10800000">
            <a:off x="7490988" y="2010277"/>
            <a:ext cx="2366001" cy="3575339"/>
            <a:chOff x="-652938" y="-610193"/>
            <a:chExt cx="2366001" cy="3575339"/>
          </a:xfrm>
        </p:grpSpPr>
        <p:pic>
          <p:nvPicPr>
            <p:cNvPr id="665" name="Google Shape;665;p38"/>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666" name="Google Shape;666;p38"/>
            <p:cNvPicPr preferRelativeResize="0"/>
            <p:nvPr/>
          </p:nvPicPr>
          <p:blipFill rotWithShape="1">
            <a:blip r:embed="rId3">
              <a:alphaModFix/>
            </a:blip>
            <a:srcRect b="0" l="0" r="0" t="0"/>
            <a:stretch/>
          </p:blipFill>
          <p:spPr>
            <a:xfrm>
              <a:off x="178159" y="2610643"/>
              <a:ext cx="374127" cy="354503"/>
            </a:xfrm>
            <a:prstGeom prst="rect">
              <a:avLst/>
            </a:prstGeom>
            <a:noFill/>
            <a:ln>
              <a:noFill/>
            </a:ln>
          </p:spPr>
        </p:pic>
      </p:grpSp>
      <p:grpSp>
        <p:nvGrpSpPr>
          <p:cNvPr id="667" name="Google Shape;667;p38"/>
          <p:cNvGrpSpPr/>
          <p:nvPr/>
        </p:nvGrpSpPr>
        <p:grpSpPr>
          <a:xfrm rot="10800000">
            <a:off x="-273968" y="4254124"/>
            <a:ext cx="1271496" cy="977125"/>
            <a:chOff x="8206521" y="-255826"/>
            <a:chExt cx="1271496" cy="977125"/>
          </a:xfrm>
        </p:grpSpPr>
        <p:pic>
          <p:nvPicPr>
            <p:cNvPr id="668" name="Google Shape;668;p38"/>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669" name="Google Shape;669;p38"/>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670" name="Google Shape;670;p38"/>
          <p:cNvGrpSpPr/>
          <p:nvPr/>
        </p:nvGrpSpPr>
        <p:grpSpPr>
          <a:xfrm rot="10800000">
            <a:off x="7647270" y="-610193"/>
            <a:ext cx="1648646" cy="1859106"/>
            <a:chOff x="-91867" y="3726510"/>
            <a:chExt cx="1648646" cy="1859106"/>
          </a:xfrm>
        </p:grpSpPr>
        <p:pic>
          <p:nvPicPr>
            <p:cNvPr id="671" name="Google Shape;671;p38"/>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672" name="Google Shape;672;p38"/>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673" name="Google Shape;673;p38"/>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674" name="Google Shape;674;p38"/>
          <p:cNvGrpSpPr/>
          <p:nvPr/>
        </p:nvGrpSpPr>
        <p:grpSpPr>
          <a:xfrm rot="10800000">
            <a:off x="-424337" y="-42532"/>
            <a:ext cx="2378748" cy="3117829"/>
            <a:chOff x="7249639" y="1900125"/>
            <a:chExt cx="2378748" cy="3117829"/>
          </a:xfrm>
        </p:grpSpPr>
        <p:pic>
          <p:nvPicPr>
            <p:cNvPr id="675" name="Google Shape;675;p38"/>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676" name="Google Shape;676;p38"/>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677" name="Google Shape;677;p38"/>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678" name="Google Shape;678;p38"/>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
        <p:nvSpPr>
          <p:cNvPr id="679" name="Google Shape;679;p38"/>
          <p:cNvSpPr txBox="1"/>
          <p:nvPr>
            <p:ph idx="2" type="body"/>
          </p:nvPr>
        </p:nvSpPr>
        <p:spPr>
          <a:xfrm>
            <a:off x="4941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0" name="Shape 680"/>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81" name="Shape 681"/>
        <p:cNvGrpSpPr/>
        <p:nvPr/>
      </p:nvGrpSpPr>
      <p:grpSpPr>
        <a:xfrm>
          <a:off x="0" y="0"/>
          <a:ext cx="0" cy="0"/>
          <a:chOff x="0" y="0"/>
          <a:chExt cx="0" cy="0"/>
        </a:xfrm>
      </p:grpSpPr>
      <p:grpSp>
        <p:nvGrpSpPr>
          <p:cNvPr id="682" name="Google Shape;682;p40"/>
          <p:cNvGrpSpPr/>
          <p:nvPr/>
        </p:nvGrpSpPr>
        <p:grpSpPr>
          <a:xfrm>
            <a:off x="-1561863" y="-717135"/>
            <a:ext cx="3702316" cy="3616745"/>
            <a:chOff x="-1561863" y="-717135"/>
            <a:chExt cx="3702316" cy="3616745"/>
          </a:xfrm>
        </p:grpSpPr>
        <p:pic>
          <p:nvPicPr>
            <p:cNvPr id="683" name="Google Shape;683;p40"/>
            <p:cNvPicPr preferRelativeResize="0"/>
            <p:nvPr/>
          </p:nvPicPr>
          <p:blipFill rotWithShape="1">
            <a:blip r:embed="rId2">
              <a:alphaModFix/>
            </a:blip>
            <a:srcRect b="0" l="0" r="0" t="0"/>
            <a:stretch/>
          </p:blipFill>
          <p:spPr>
            <a:xfrm>
              <a:off x="1496851" y="71218"/>
              <a:ext cx="643602" cy="499705"/>
            </a:xfrm>
            <a:prstGeom prst="rect">
              <a:avLst/>
            </a:prstGeom>
            <a:noFill/>
            <a:ln>
              <a:noFill/>
            </a:ln>
          </p:spPr>
        </p:pic>
        <p:pic>
          <p:nvPicPr>
            <p:cNvPr id="684" name="Google Shape;684;p40"/>
            <p:cNvPicPr preferRelativeResize="0"/>
            <p:nvPr/>
          </p:nvPicPr>
          <p:blipFill rotWithShape="1">
            <a:blip r:embed="rId3">
              <a:alphaModFix/>
            </a:blip>
            <a:srcRect b="0" l="0" r="0" t="0"/>
            <a:stretch/>
          </p:blipFill>
          <p:spPr>
            <a:xfrm rot="-9540140">
              <a:off x="-1092324" y="-423160"/>
              <a:ext cx="2202096" cy="3028795"/>
            </a:xfrm>
            <a:prstGeom prst="rect">
              <a:avLst/>
            </a:prstGeom>
            <a:noFill/>
            <a:ln>
              <a:noFill/>
            </a:ln>
          </p:spPr>
        </p:pic>
        <p:pic>
          <p:nvPicPr>
            <p:cNvPr id="685" name="Google Shape;685;p40"/>
            <p:cNvPicPr preferRelativeResize="0"/>
            <p:nvPr/>
          </p:nvPicPr>
          <p:blipFill rotWithShape="1">
            <a:blip r:embed="rId4">
              <a:alphaModFix/>
            </a:blip>
            <a:srcRect b="0" l="0" r="0" t="0"/>
            <a:stretch/>
          </p:blipFill>
          <p:spPr>
            <a:xfrm>
              <a:off x="166284" y="1891168"/>
              <a:ext cx="374127" cy="354503"/>
            </a:xfrm>
            <a:prstGeom prst="rect">
              <a:avLst/>
            </a:prstGeom>
            <a:noFill/>
            <a:ln>
              <a:noFill/>
            </a:ln>
          </p:spPr>
        </p:pic>
        <p:pic>
          <p:nvPicPr>
            <p:cNvPr id="686" name="Google Shape;686;p40"/>
            <p:cNvPicPr preferRelativeResize="0"/>
            <p:nvPr/>
          </p:nvPicPr>
          <p:blipFill rotWithShape="1">
            <a:blip r:embed="rId5">
              <a:alphaModFix/>
            </a:blip>
            <a:srcRect b="0" l="0" r="0" t="0"/>
            <a:stretch/>
          </p:blipFill>
          <p:spPr>
            <a:xfrm>
              <a:off x="-510755" y="675349"/>
              <a:ext cx="977117" cy="977125"/>
            </a:xfrm>
            <a:prstGeom prst="rect">
              <a:avLst/>
            </a:prstGeom>
            <a:noFill/>
            <a:ln>
              <a:noFill/>
            </a:ln>
          </p:spPr>
        </p:pic>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687" name="Shape 687"/>
        <p:cNvGrpSpPr/>
        <p:nvPr/>
      </p:nvGrpSpPr>
      <p:grpSpPr>
        <a:xfrm>
          <a:off x="0" y="0"/>
          <a:ext cx="0" cy="0"/>
          <a:chOff x="0" y="0"/>
          <a:chExt cx="0" cy="0"/>
        </a:xfrm>
      </p:grpSpPr>
      <p:grpSp>
        <p:nvGrpSpPr>
          <p:cNvPr id="688" name="Google Shape;688;p41"/>
          <p:cNvGrpSpPr/>
          <p:nvPr/>
        </p:nvGrpSpPr>
        <p:grpSpPr>
          <a:xfrm>
            <a:off x="7072914" y="1988475"/>
            <a:ext cx="2768466" cy="3695041"/>
            <a:chOff x="7072914" y="1988475"/>
            <a:chExt cx="2768466" cy="3695041"/>
          </a:xfrm>
        </p:grpSpPr>
        <p:pic>
          <p:nvPicPr>
            <p:cNvPr id="689" name="Google Shape;689;p41"/>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690" name="Google Shape;690;p41"/>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691" name="Google Shape;691;p41"/>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692" name="Google Shape;692;p41"/>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693" name="Google Shape;693;p41"/>
          <p:cNvGrpSpPr/>
          <p:nvPr/>
        </p:nvGrpSpPr>
        <p:grpSpPr>
          <a:xfrm>
            <a:off x="809977" y="-442114"/>
            <a:ext cx="2128185" cy="1404810"/>
            <a:chOff x="809977" y="-442114"/>
            <a:chExt cx="2128185" cy="1404810"/>
          </a:xfrm>
        </p:grpSpPr>
        <p:pic>
          <p:nvPicPr>
            <p:cNvPr id="694" name="Google Shape;694;p41"/>
            <p:cNvPicPr preferRelativeResize="0"/>
            <p:nvPr/>
          </p:nvPicPr>
          <p:blipFill rotWithShape="1">
            <a:blip r:embed="rId6">
              <a:alphaModFix/>
            </a:blip>
            <a:srcRect b="0" l="0" r="0" t="0"/>
            <a:stretch/>
          </p:blipFill>
          <p:spPr>
            <a:xfrm>
              <a:off x="1299325" y="-442114"/>
              <a:ext cx="977117" cy="977125"/>
            </a:xfrm>
            <a:prstGeom prst="rect">
              <a:avLst/>
            </a:prstGeom>
            <a:noFill/>
            <a:ln>
              <a:noFill/>
            </a:ln>
          </p:spPr>
        </p:pic>
        <p:pic>
          <p:nvPicPr>
            <p:cNvPr id="695" name="Google Shape;695;p41"/>
            <p:cNvPicPr preferRelativeResize="0"/>
            <p:nvPr/>
          </p:nvPicPr>
          <p:blipFill rotWithShape="1">
            <a:blip r:embed="rId7">
              <a:alphaModFix/>
            </a:blip>
            <a:srcRect b="0" l="0" r="0" t="0"/>
            <a:stretch/>
          </p:blipFill>
          <p:spPr>
            <a:xfrm>
              <a:off x="2493396" y="214435"/>
              <a:ext cx="444766" cy="303486"/>
            </a:xfrm>
            <a:prstGeom prst="rect">
              <a:avLst/>
            </a:prstGeom>
            <a:noFill/>
            <a:ln>
              <a:noFill/>
            </a:ln>
          </p:spPr>
        </p:pic>
        <p:pic>
          <p:nvPicPr>
            <p:cNvPr id="696" name="Google Shape;696;p41"/>
            <p:cNvPicPr preferRelativeResize="0"/>
            <p:nvPr/>
          </p:nvPicPr>
          <p:blipFill rotWithShape="1">
            <a:blip r:embed="rId8">
              <a:alphaModFix/>
            </a:blip>
            <a:srcRect b="0" l="0" r="0" t="0"/>
            <a:stretch/>
          </p:blipFill>
          <p:spPr>
            <a:xfrm>
              <a:off x="809977" y="517933"/>
              <a:ext cx="570347" cy="444763"/>
            </a:xfrm>
            <a:prstGeom prst="rect">
              <a:avLst/>
            </a:prstGeom>
            <a:noFill/>
            <a:ln>
              <a:noFill/>
            </a:ln>
          </p:spPr>
        </p:pic>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697" name="Shape 697"/>
        <p:cNvGrpSpPr/>
        <p:nvPr/>
      </p:nvGrpSpPr>
      <p:grpSpPr>
        <a:xfrm>
          <a:off x="0" y="0"/>
          <a:ext cx="0" cy="0"/>
          <a:chOff x="0" y="0"/>
          <a:chExt cx="0" cy="0"/>
        </a:xfrm>
      </p:grpSpPr>
      <p:grpSp>
        <p:nvGrpSpPr>
          <p:cNvPr id="698" name="Google Shape;698;p42"/>
          <p:cNvGrpSpPr/>
          <p:nvPr/>
        </p:nvGrpSpPr>
        <p:grpSpPr>
          <a:xfrm>
            <a:off x="-900773" y="-386034"/>
            <a:ext cx="3339175" cy="2490878"/>
            <a:chOff x="-900773" y="-386034"/>
            <a:chExt cx="3339175" cy="2490878"/>
          </a:xfrm>
        </p:grpSpPr>
        <p:pic>
          <p:nvPicPr>
            <p:cNvPr id="699" name="Google Shape;699;p42"/>
            <p:cNvPicPr preferRelativeResize="0"/>
            <p:nvPr/>
          </p:nvPicPr>
          <p:blipFill rotWithShape="1">
            <a:blip r:embed="rId2">
              <a:alphaModFix/>
            </a:blip>
            <a:srcRect b="0" l="0" r="0" t="0"/>
            <a:stretch/>
          </p:blipFill>
          <p:spPr>
            <a:xfrm>
              <a:off x="1313952" y="-386034"/>
              <a:ext cx="1124450" cy="1073233"/>
            </a:xfrm>
            <a:prstGeom prst="rect">
              <a:avLst/>
            </a:prstGeom>
            <a:noFill/>
            <a:ln>
              <a:noFill/>
            </a:ln>
          </p:spPr>
        </p:pic>
        <p:pic>
          <p:nvPicPr>
            <p:cNvPr id="700" name="Google Shape;700;p42"/>
            <p:cNvPicPr preferRelativeResize="0"/>
            <p:nvPr/>
          </p:nvPicPr>
          <p:blipFill rotWithShape="1">
            <a:blip r:embed="rId3">
              <a:alphaModFix/>
            </a:blip>
            <a:srcRect b="0" l="0" r="0" t="0"/>
            <a:stretch/>
          </p:blipFill>
          <p:spPr>
            <a:xfrm rot="3652713">
              <a:off x="-104015" y="1066170"/>
              <a:ext cx="819118" cy="638750"/>
            </a:xfrm>
            <a:prstGeom prst="rect">
              <a:avLst/>
            </a:prstGeom>
            <a:noFill/>
            <a:ln>
              <a:noFill/>
            </a:ln>
          </p:spPr>
        </p:pic>
        <p:pic>
          <p:nvPicPr>
            <p:cNvPr id="701" name="Google Shape;701;p42"/>
            <p:cNvPicPr preferRelativeResize="0"/>
            <p:nvPr/>
          </p:nvPicPr>
          <p:blipFill rotWithShape="1">
            <a:blip r:embed="rId4">
              <a:alphaModFix/>
            </a:blip>
            <a:srcRect b="0" l="0" r="0" t="0"/>
            <a:stretch/>
          </p:blipFill>
          <p:spPr>
            <a:xfrm flipH="1" rot="5740570">
              <a:off x="-385948" y="-654985"/>
              <a:ext cx="2202095" cy="3028795"/>
            </a:xfrm>
            <a:prstGeom prst="rect">
              <a:avLst/>
            </a:prstGeom>
            <a:noFill/>
            <a:ln>
              <a:noFill/>
            </a:ln>
          </p:spPr>
        </p:pic>
      </p:grpSp>
      <p:grpSp>
        <p:nvGrpSpPr>
          <p:cNvPr id="702" name="Google Shape;702;p42"/>
          <p:cNvGrpSpPr/>
          <p:nvPr/>
        </p:nvGrpSpPr>
        <p:grpSpPr>
          <a:xfrm>
            <a:off x="7533001" y="11"/>
            <a:ext cx="1873011" cy="1023550"/>
            <a:chOff x="7533001" y="11"/>
            <a:chExt cx="1873011" cy="1023550"/>
          </a:xfrm>
        </p:grpSpPr>
        <p:pic>
          <p:nvPicPr>
            <p:cNvPr id="703" name="Google Shape;703;p42"/>
            <p:cNvPicPr preferRelativeResize="0"/>
            <p:nvPr/>
          </p:nvPicPr>
          <p:blipFill rotWithShape="1">
            <a:blip r:embed="rId5">
              <a:alphaModFix/>
            </a:blip>
            <a:srcRect b="0" l="0" r="0" t="0"/>
            <a:stretch/>
          </p:blipFill>
          <p:spPr>
            <a:xfrm>
              <a:off x="7533001" y="11"/>
              <a:ext cx="809724" cy="834132"/>
            </a:xfrm>
            <a:prstGeom prst="rect">
              <a:avLst/>
            </a:prstGeom>
            <a:noFill/>
            <a:ln>
              <a:noFill/>
            </a:ln>
          </p:spPr>
        </p:pic>
        <p:pic>
          <p:nvPicPr>
            <p:cNvPr id="704" name="Google Shape;704;p42"/>
            <p:cNvPicPr preferRelativeResize="0"/>
            <p:nvPr/>
          </p:nvPicPr>
          <p:blipFill rotWithShape="1">
            <a:blip r:embed="rId6">
              <a:alphaModFix/>
            </a:blip>
            <a:srcRect b="0" l="0" r="0" t="0"/>
            <a:stretch/>
          </p:blipFill>
          <p:spPr>
            <a:xfrm>
              <a:off x="8428895" y="46436"/>
              <a:ext cx="977117" cy="977125"/>
            </a:xfrm>
            <a:prstGeom prst="rect">
              <a:avLst/>
            </a:prstGeom>
            <a:noFill/>
            <a:ln>
              <a:noFill/>
            </a:ln>
          </p:spPr>
        </p:pic>
      </p:grpSp>
      <p:grpSp>
        <p:nvGrpSpPr>
          <p:cNvPr id="705" name="Google Shape;705;p42"/>
          <p:cNvGrpSpPr/>
          <p:nvPr/>
        </p:nvGrpSpPr>
        <p:grpSpPr>
          <a:xfrm>
            <a:off x="5178327" y="3840533"/>
            <a:ext cx="2936286" cy="2302716"/>
            <a:chOff x="5178327" y="3840533"/>
            <a:chExt cx="2936286" cy="2302716"/>
          </a:xfrm>
        </p:grpSpPr>
        <p:pic>
          <p:nvPicPr>
            <p:cNvPr id="706" name="Google Shape;706;p42"/>
            <p:cNvPicPr preferRelativeResize="0"/>
            <p:nvPr/>
          </p:nvPicPr>
          <p:blipFill rotWithShape="1">
            <a:blip r:embed="rId7">
              <a:alphaModFix/>
            </a:blip>
            <a:srcRect b="0" l="0" r="0" t="0"/>
            <a:stretch/>
          </p:blipFill>
          <p:spPr>
            <a:xfrm>
              <a:off x="6435623" y="4178374"/>
              <a:ext cx="537325" cy="537325"/>
            </a:xfrm>
            <a:prstGeom prst="rect">
              <a:avLst/>
            </a:prstGeom>
            <a:noFill/>
            <a:ln>
              <a:noFill/>
            </a:ln>
          </p:spPr>
        </p:pic>
        <p:pic>
          <p:nvPicPr>
            <p:cNvPr id="707" name="Google Shape;707;p42"/>
            <p:cNvPicPr preferRelativeResize="0"/>
            <p:nvPr/>
          </p:nvPicPr>
          <p:blipFill rotWithShape="1">
            <a:blip r:embed="rId8">
              <a:alphaModFix/>
            </a:blip>
            <a:srcRect b="0" l="0" r="0" t="0"/>
            <a:stretch/>
          </p:blipFill>
          <p:spPr>
            <a:xfrm>
              <a:off x="5178327" y="3840533"/>
              <a:ext cx="537311" cy="509121"/>
            </a:xfrm>
            <a:prstGeom prst="rect">
              <a:avLst/>
            </a:prstGeom>
            <a:noFill/>
            <a:ln>
              <a:noFill/>
            </a:ln>
          </p:spPr>
        </p:pic>
        <p:pic>
          <p:nvPicPr>
            <p:cNvPr id="708" name="Google Shape;708;p42"/>
            <p:cNvPicPr preferRelativeResize="0"/>
            <p:nvPr/>
          </p:nvPicPr>
          <p:blipFill rotWithShape="1">
            <a:blip r:embed="rId9">
              <a:alphaModFix/>
            </a:blip>
            <a:srcRect b="0" l="0" r="0" t="0"/>
            <a:stretch/>
          </p:blipFill>
          <p:spPr>
            <a:xfrm>
              <a:off x="7475852" y="4349658"/>
              <a:ext cx="638761" cy="435853"/>
            </a:xfrm>
            <a:prstGeom prst="rect">
              <a:avLst/>
            </a:prstGeom>
            <a:noFill/>
            <a:ln>
              <a:noFill/>
            </a:ln>
          </p:spPr>
        </p:pic>
        <p:pic>
          <p:nvPicPr>
            <p:cNvPr id="709" name="Google Shape;709;p42"/>
            <p:cNvPicPr preferRelativeResize="0"/>
            <p:nvPr/>
          </p:nvPicPr>
          <p:blipFill rotWithShape="1">
            <a:blip r:embed="rId10">
              <a:alphaModFix/>
            </a:blip>
            <a:srcRect b="9272" l="0" r="6059" t="0"/>
            <a:stretch/>
          </p:blipFill>
          <p:spPr>
            <a:xfrm>
              <a:off x="5273375" y="4178375"/>
              <a:ext cx="1859701" cy="1964874"/>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3" name="Shape 713"/>
        <p:cNvGrpSpPr/>
        <p:nvPr/>
      </p:nvGrpSpPr>
      <p:grpSpPr>
        <a:xfrm>
          <a:off x="0" y="0"/>
          <a:ext cx="0" cy="0"/>
          <a:chOff x="0" y="0"/>
          <a:chExt cx="0" cy="0"/>
        </a:xfrm>
      </p:grpSpPr>
      <p:sp>
        <p:nvSpPr>
          <p:cNvPr id="714" name="Google Shape;714;p44"/>
          <p:cNvSpPr txBox="1"/>
          <p:nvPr>
            <p:ph type="ctrTitle"/>
          </p:nvPr>
        </p:nvSpPr>
        <p:spPr>
          <a:xfrm>
            <a:off x="715100" y="1141550"/>
            <a:ext cx="4070700" cy="21657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rgbClr val="191919"/>
              </a:buClr>
              <a:buSzPts val="5200"/>
              <a:buNone/>
              <a:defRPr sz="59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715" name="Google Shape;715;p44"/>
          <p:cNvSpPr txBox="1"/>
          <p:nvPr>
            <p:ph idx="1" type="subTitle"/>
          </p:nvPr>
        </p:nvSpPr>
        <p:spPr>
          <a:xfrm>
            <a:off x="715100" y="3267550"/>
            <a:ext cx="4070700" cy="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716" name="Google Shape;716;p44"/>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717" name="Google Shape;717;p44"/>
          <p:cNvGrpSpPr/>
          <p:nvPr/>
        </p:nvGrpSpPr>
        <p:grpSpPr>
          <a:xfrm>
            <a:off x="5327300" y="824062"/>
            <a:ext cx="3101595" cy="3495390"/>
            <a:chOff x="10045025" y="1973719"/>
            <a:chExt cx="3101596" cy="3495390"/>
          </a:xfrm>
        </p:grpSpPr>
        <p:grpSp>
          <p:nvGrpSpPr>
            <p:cNvPr id="718" name="Google Shape;718;p44"/>
            <p:cNvGrpSpPr/>
            <p:nvPr/>
          </p:nvGrpSpPr>
          <p:grpSpPr>
            <a:xfrm>
              <a:off x="10045158" y="1973719"/>
              <a:ext cx="3101463" cy="3489075"/>
              <a:chOff x="732279" y="296625"/>
              <a:chExt cx="2475428" cy="3761400"/>
            </a:xfrm>
          </p:grpSpPr>
          <p:cxnSp>
            <p:nvCxnSpPr>
              <p:cNvPr id="719" name="Google Shape;719;p44"/>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0" name="Google Shape;720;p44"/>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1" name="Google Shape;721;p44"/>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2" name="Google Shape;722;p44"/>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3" name="Google Shape;723;p44"/>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4" name="Google Shape;724;p44"/>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5" name="Google Shape;725;p44"/>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6" name="Google Shape;726;p44"/>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7" name="Google Shape;727;p44"/>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8" name="Google Shape;728;p44"/>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29" name="Google Shape;729;p44"/>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0" name="Google Shape;730;p44"/>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1" name="Google Shape;731;p44"/>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2" name="Google Shape;732;p44"/>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3" name="Google Shape;733;p44"/>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4" name="Google Shape;734;p44"/>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735" name="Google Shape;735;p44"/>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736" name="Google Shape;736;p44"/>
            <p:cNvGrpSpPr/>
            <p:nvPr/>
          </p:nvGrpSpPr>
          <p:grpSpPr>
            <a:xfrm rot="5400000">
              <a:off x="9851137" y="2173846"/>
              <a:ext cx="3489151" cy="3101374"/>
              <a:chOff x="887000" y="296626"/>
              <a:chExt cx="2784860" cy="3343800"/>
            </a:xfrm>
          </p:grpSpPr>
          <p:cxnSp>
            <p:nvCxnSpPr>
              <p:cNvPr id="737" name="Google Shape;737;p44"/>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38" name="Google Shape;738;p44"/>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39" name="Google Shape;739;p44"/>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0" name="Google Shape;740;p44"/>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1" name="Google Shape;741;p44"/>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2" name="Google Shape;742;p44"/>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3" name="Google Shape;743;p44"/>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4" name="Google Shape;744;p44"/>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5" name="Google Shape;745;p44"/>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6" name="Google Shape;746;p44"/>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7" name="Google Shape;747;p44"/>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8" name="Google Shape;748;p44"/>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49" name="Google Shape;749;p44"/>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0" name="Google Shape;750;p44"/>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1" name="Google Shape;751;p44"/>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2" name="Google Shape;752;p44"/>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3" name="Google Shape;753;p44"/>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4" name="Google Shape;754;p44"/>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755" name="Google Shape;755;p44"/>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6" name="Shape 756"/>
        <p:cNvGrpSpPr/>
        <p:nvPr/>
      </p:nvGrpSpPr>
      <p:grpSpPr>
        <a:xfrm>
          <a:off x="0" y="0"/>
          <a:ext cx="0" cy="0"/>
          <a:chOff x="0" y="0"/>
          <a:chExt cx="0" cy="0"/>
        </a:xfrm>
      </p:grpSpPr>
      <p:sp>
        <p:nvSpPr>
          <p:cNvPr id="757" name="Google Shape;757;p45"/>
          <p:cNvSpPr txBox="1"/>
          <p:nvPr>
            <p:ph type="title"/>
          </p:nvPr>
        </p:nvSpPr>
        <p:spPr>
          <a:xfrm>
            <a:off x="4133725" y="1348548"/>
            <a:ext cx="4295100" cy="841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600"/>
              <a:buNone/>
              <a:defRPr sz="4300">
                <a:highlight>
                  <a:schemeClr val="lt1"/>
                </a:highligh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58" name="Google Shape;758;p45"/>
          <p:cNvSpPr txBox="1"/>
          <p:nvPr>
            <p:ph idx="1" type="subTitle"/>
          </p:nvPr>
        </p:nvSpPr>
        <p:spPr>
          <a:xfrm>
            <a:off x="4133775" y="2177473"/>
            <a:ext cx="4295100" cy="171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759" name="Google Shape;759;p45"/>
          <p:cNvPicPr preferRelativeResize="0"/>
          <p:nvPr/>
        </p:nvPicPr>
        <p:blipFill rotWithShape="1">
          <a:blip r:embed="rId2">
            <a:alphaModFix/>
          </a:blip>
          <a:srcRect b="0" l="0" r="0" t="0"/>
          <a:stretch/>
        </p:blipFill>
        <p:spPr>
          <a:xfrm flipH="1">
            <a:off x="4702178" y="4608495"/>
            <a:ext cx="819118" cy="638750"/>
          </a:xfrm>
          <a:prstGeom prst="rect">
            <a:avLst/>
          </a:prstGeom>
          <a:noFill/>
          <a:ln>
            <a:noFill/>
          </a:ln>
        </p:spPr>
      </p:pic>
      <p:pic>
        <p:nvPicPr>
          <p:cNvPr id="760" name="Google Shape;760;p45"/>
          <p:cNvPicPr preferRelativeResize="0"/>
          <p:nvPr/>
        </p:nvPicPr>
        <p:blipFill rotWithShape="1">
          <a:blip r:embed="rId3">
            <a:alphaModFix/>
          </a:blip>
          <a:srcRect b="0" l="0" r="0" t="0"/>
          <a:stretch/>
        </p:blipFill>
        <p:spPr>
          <a:xfrm rot="-3754608">
            <a:off x="7093831" y="-637424"/>
            <a:ext cx="2202095" cy="3028794"/>
          </a:xfrm>
          <a:prstGeom prst="rect">
            <a:avLst/>
          </a:prstGeom>
          <a:noFill/>
          <a:ln>
            <a:noFill/>
          </a:ln>
        </p:spPr>
      </p:pic>
      <p:pic>
        <p:nvPicPr>
          <p:cNvPr id="761" name="Google Shape;761;p45"/>
          <p:cNvPicPr preferRelativeResize="0"/>
          <p:nvPr/>
        </p:nvPicPr>
        <p:blipFill rotWithShape="1">
          <a:blip r:embed="rId4">
            <a:alphaModFix/>
          </a:blip>
          <a:srcRect b="0" l="0" r="0" t="0"/>
          <a:stretch/>
        </p:blipFill>
        <p:spPr>
          <a:xfrm flipH="1">
            <a:off x="1400905" y="-256964"/>
            <a:ext cx="809724" cy="834132"/>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62" name="Shape 762"/>
        <p:cNvGrpSpPr/>
        <p:nvPr/>
      </p:nvGrpSpPr>
      <p:grpSpPr>
        <a:xfrm>
          <a:off x="0" y="0"/>
          <a:ext cx="0" cy="0"/>
          <a:chOff x="0" y="0"/>
          <a:chExt cx="0" cy="0"/>
        </a:xfrm>
      </p:grpSpPr>
      <p:sp>
        <p:nvSpPr>
          <p:cNvPr id="763" name="Google Shape;763;p4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64" name="Google Shape;764;p46"/>
          <p:cNvSpPr txBox="1"/>
          <p:nvPr>
            <p:ph idx="2" type="title"/>
          </p:nvPr>
        </p:nvSpPr>
        <p:spPr>
          <a:xfrm>
            <a:off x="156525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65" name="Google Shape;765;p46"/>
          <p:cNvSpPr txBox="1"/>
          <p:nvPr>
            <p:ph idx="1" type="subTitle"/>
          </p:nvPr>
        </p:nvSpPr>
        <p:spPr>
          <a:xfrm>
            <a:off x="80385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6" name="Google Shape;766;p46"/>
          <p:cNvSpPr txBox="1"/>
          <p:nvPr>
            <p:ph idx="3" type="title"/>
          </p:nvPr>
        </p:nvSpPr>
        <p:spPr>
          <a:xfrm>
            <a:off x="416520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67" name="Google Shape;767;p46"/>
          <p:cNvSpPr txBox="1"/>
          <p:nvPr>
            <p:ph idx="4" type="subTitle"/>
          </p:nvPr>
        </p:nvSpPr>
        <p:spPr>
          <a:xfrm>
            <a:off x="340380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8" name="Google Shape;768;p46"/>
          <p:cNvSpPr txBox="1"/>
          <p:nvPr>
            <p:ph idx="5" type="title"/>
          </p:nvPr>
        </p:nvSpPr>
        <p:spPr>
          <a:xfrm>
            <a:off x="156525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69" name="Google Shape;769;p46"/>
          <p:cNvSpPr txBox="1"/>
          <p:nvPr>
            <p:ph idx="6" type="subTitle"/>
          </p:nvPr>
        </p:nvSpPr>
        <p:spPr>
          <a:xfrm>
            <a:off x="80385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0" name="Google Shape;770;p46"/>
          <p:cNvSpPr txBox="1"/>
          <p:nvPr>
            <p:ph idx="7" type="title"/>
          </p:nvPr>
        </p:nvSpPr>
        <p:spPr>
          <a:xfrm>
            <a:off x="416520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71" name="Google Shape;771;p46"/>
          <p:cNvSpPr txBox="1"/>
          <p:nvPr>
            <p:ph idx="8" type="subTitle"/>
          </p:nvPr>
        </p:nvSpPr>
        <p:spPr>
          <a:xfrm>
            <a:off x="340380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2" name="Google Shape;772;p46"/>
          <p:cNvSpPr txBox="1"/>
          <p:nvPr>
            <p:ph idx="9" type="subTitle"/>
          </p:nvPr>
        </p:nvSpPr>
        <p:spPr>
          <a:xfrm>
            <a:off x="6783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3" name="Google Shape;773;p46"/>
          <p:cNvSpPr txBox="1"/>
          <p:nvPr>
            <p:ph idx="13" type="subTitle"/>
          </p:nvPr>
        </p:nvSpPr>
        <p:spPr>
          <a:xfrm>
            <a:off x="32782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4" name="Google Shape;774;p46"/>
          <p:cNvSpPr txBox="1"/>
          <p:nvPr>
            <p:ph idx="14" type="subTitle"/>
          </p:nvPr>
        </p:nvSpPr>
        <p:spPr>
          <a:xfrm>
            <a:off x="6783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5" name="Google Shape;775;p46"/>
          <p:cNvSpPr txBox="1"/>
          <p:nvPr>
            <p:ph idx="15" type="subTitle"/>
          </p:nvPr>
        </p:nvSpPr>
        <p:spPr>
          <a:xfrm>
            <a:off x="32782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6" name="Google Shape;776;p46"/>
          <p:cNvSpPr txBox="1"/>
          <p:nvPr>
            <p:ph idx="16" type="title"/>
          </p:nvPr>
        </p:nvSpPr>
        <p:spPr>
          <a:xfrm>
            <a:off x="6764938"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77" name="Google Shape;777;p46"/>
          <p:cNvSpPr txBox="1"/>
          <p:nvPr>
            <p:ph idx="17" type="subTitle"/>
          </p:nvPr>
        </p:nvSpPr>
        <p:spPr>
          <a:xfrm>
            <a:off x="6003588"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8" name="Google Shape;778;p46"/>
          <p:cNvSpPr txBox="1"/>
          <p:nvPr>
            <p:ph idx="18" type="title"/>
          </p:nvPr>
        </p:nvSpPr>
        <p:spPr>
          <a:xfrm>
            <a:off x="6764938"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79" name="Google Shape;779;p46"/>
          <p:cNvSpPr txBox="1"/>
          <p:nvPr>
            <p:ph idx="19" type="subTitle"/>
          </p:nvPr>
        </p:nvSpPr>
        <p:spPr>
          <a:xfrm>
            <a:off x="6003588"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0" name="Google Shape;780;p46"/>
          <p:cNvSpPr txBox="1"/>
          <p:nvPr>
            <p:ph idx="20" type="subTitle"/>
          </p:nvPr>
        </p:nvSpPr>
        <p:spPr>
          <a:xfrm>
            <a:off x="5878038"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1" name="Google Shape;781;p46"/>
          <p:cNvSpPr txBox="1"/>
          <p:nvPr>
            <p:ph idx="21" type="subTitle"/>
          </p:nvPr>
        </p:nvSpPr>
        <p:spPr>
          <a:xfrm>
            <a:off x="5878038"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782" name="Google Shape;782;p46"/>
          <p:cNvGrpSpPr/>
          <p:nvPr/>
        </p:nvGrpSpPr>
        <p:grpSpPr>
          <a:xfrm>
            <a:off x="7072914" y="1988475"/>
            <a:ext cx="2768466" cy="3695041"/>
            <a:chOff x="7072914" y="1988475"/>
            <a:chExt cx="2768466" cy="3695041"/>
          </a:xfrm>
        </p:grpSpPr>
        <p:pic>
          <p:nvPicPr>
            <p:cNvPr id="783" name="Google Shape;783;p46"/>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784" name="Google Shape;784;p46"/>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785" name="Google Shape;785;p46"/>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786" name="Google Shape;786;p46"/>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787" name="Google Shape;787;p46"/>
          <p:cNvGrpSpPr/>
          <p:nvPr/>
        </p:nvGrpSpPr>
        <p:grpSpPr>
          <a:xfrm>
            <a:off x="-268592" y="3814860"/>
            <a:ext cx="1320479" cy="1328644"/>
            <a:chOff x="-268592" y="3814860"/>
            <a:chExt cx="1320479" cy="1328644"/>
          </a:xfrm>
        </p:grpSpPr>
        <p:pic>
          <p:nvPicPr>
            <p:cNvPr id="788" name="Google Shape;788;p46"/>
            <p:cNvPicPr preferRelativeResize="0"/>
            <p:nvPr/>
          </p:nvPicPr>
          <p:blipFill rotWithShape="1">
            <a:blip r:embed="rId6">
              <a:alphaModFix/>
            </a:blip>
            <a:srcRect b="0" l="0" r="0" t="0"/>
            <a:stretch/>
          </p:blipFill>
          <p:spPr>
            <a:xfrm>
              <a:off x="32447" y="4366176"/>
              <a:ext cx="507952" cy="484800"/>
            </a:xfrm>
            <a:prstGeom prst="rect">
              <a:avLst/>
            </a:prstGeom>
            <a:noFill/>
            <a:ln>
              <a:noFill/>
            </a:ln>
          </p:spPr>
        </p:pic>
        <p:pic>
          <p:nvPicPr>
            <p:cNvPr id="789" name="Google Shape;789;p46"/>
            <p:cNvPicPr preferRelativeResize="0"/>
            <p:nvPr/>
          </p:nvPicPr>
          <p:blipFill rotWithShape="1">
            <a:blip r:embed="rId7">
              <a:alphaModFix/>
            </a:blip>
            <a:srcRect b="0" l="0" r="0" t="0"/>
            <a:stretch/>
          </p:blipFill>
          <p:spPr>
            <a:xfrm>
              <a:off x="540406" y="4734060"/>
              <a:ext cx="511481" cy="409444"/>
            </a:xfrm>
            <a:prstGeom prst="rect">
              <a:avLst/>
            </a:prstGeom>
            <a:noFill/>
            <a:ln>
              <a:noFill/>
            </a:ln>
          </p:spPr>
        </p:pic>
        <p:pic>
          <p:nvPicPr>
            <p:cNvPr id="790" name="Google Shape;790;p46"/>
            <p:cNvPicPr preferRelativeResize="0"/>
            <p:nvPr/>
          </p:nvPicPr>
          <p:blipFill rotWithShape="1">
            <a:blip r:embed="rId8">
              <a:alphaModFix/>
            </a:blip>
            <a:srcRect b="0" l="0" r="0" t="0"/>
            <a:stretch/>
          </p:blipFill>
          <p:spPr>
            <a:xfrm>
              <a:off x="-268592" y="3814860"/>
              <a:ext cx="554649" cy="485315"/>
            </a:xfrm>
            <a:prstGeom prst="rect">
              <a:avLst/>
            </a:prstGeom>
            <a:noFill/>
            <a:ln>
              <a:noFill/>
            </a:ln>
          </p:spPr>
        </p:pic>
      </p:grpSp>
      <p:grpSp>
        <p:nvGrpSpPr>
          <p:cNvPr id="791" name="Google Shape;791;p46"/>
          <p:cNvGrpSpPr/>
          <p:nvPr/>
        </p:nvGrpSpPr>
        <p:grpSpPr>
          <a:xfrm>
            <a:off x="-1561863" y="-717135"/>
            <a:ext cx="3702316" cy="3616745"/>
            <a:chOff x="-1561863" y="-717135"/>
            <a:chExt cx="3702316" cy="3616745"/>
          </a:xfrm>
        </p:grpSpPr>
        <p:pic>
          <p:nvPicPr>
            <p:cNvPr id="792" name="Google Shape;792;p46"/>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793" name="Google Shape;793;p46"/>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794" name="Google Shape;794;p46"/>
            <p:cNvPicPr preferRelativeResize="0"/>
            <p:nvPr/>
          </p:nvPicPr>
          <p:blipFill rotWithShape="1">
            <a:blip r:embed="rId10">
              <a:alphaModFix/>
            </a:blip>
            <a:srcRect b="0" l="0" r="0" t="0"/>
            <a:stretch/>
          </p:blipFill>
          <p:spPr>
            <a:xfrm>
              <a:off x="166284" y="1891168"/>
              <a:ext cx="374127" cy="354503"/>
            </a:xfrm>
            <a:prstGeom prst="rect">
              <a:avLst/>
            </a:prstGeom>
            <a:noFill/>
            <a:ln>
              <a:noFill/>
            </a:ln>
          </p:spPr>
        </p:pic>
        <p:pic>
          <p:nvPicPr>
            <p:cNvPr id="795" name="Google Shape;795;p46"/>
            <p:cNvPicPr preferRelativeResize="0"/>
            <p:nvPr/>
          </p:nvPicPr>
          <p:blipFill rotWithShape="1">
            <a:blip r:embed="rId11">
              <a:alphaModFix/>
            </a:blip>
            <a:srcRect b="0" l="0" r="0" t="0"/>
            <a:stretch/>
          </p:blipFill>
          <p:spPr>
            <a:xfrm>
              <a:off x="-510755" y="675349"/>
              <a:ext cx="977117" cy="977125"/>
            </a:xfrm>
            <a:prstGeom prst="rect">
              <a:avLst/>
            </a:prstGeom>
            <a:noFill/>
            <a:ln>
              <a:noFill/>
            </a:ln>
          </p:spPr>
        </p:pic>
      </p:grpSp>
      <p:grpSp>
        <p:nvGrpSpPr>
          <p:cNvPr id="796" name="Google Shape;796;p46"/>
          <p:cNvGrpSpPr/>
          <p:nvPr/>
        </p:nvGrpSpPr>
        <p:grpSpPr>
          <a:xfrm>
            <a:off x="8208396" y="-69389"/>
            <a:ext cx="1173696" cy="1531885"/>
            <a:chOff x="8208396" y="-69389"/>
            <a:chExt cx="1173696" cy="1531885"/>
          </a:xfrm>
        </p:grpSpPr>
        <p:pic>
          <p:nvPicPr>
            <p:cNvPr id="797" name="Google Shape;797;p46"/>
            <p:cNvPicPr preferRelativeResize="0"/>
            <p:nvPr/>
          </p:nvPicPr>
          <p:blipFill rotWithShape="1">
            <a:blip r:embed="rId12">
              <a:alphaModFix/>
            </a:blip>
            <a:srcRect b="0" l="0" r="0" t="0"/>
            <a:stretch/>
          </p:blipFill>
          <p:spPr>
            <a:xfrm>
              <a:off x="8404975" y="-69389"/>
              <a:ext cx="977117" cy="977125"/>
            </a:xfrm>
            <a:prstGeom prst="rect">
              <a:avLst/>
            </a:prstGeom>
            <a:noFill/>
            <a:ln>
              <a:noFill/>
            </a:ln>
          </p:spPr>
        </p:pic>
        <p:pic>
          <p:nvPicPr>
            <p:cNvPr id="798" name="Google Shape;798;p46"/>
            <p:cNvPicPr preferRelativeResize="0"/>
            <p:nvPr/>
          </p:nvPicPr>
          <p:blipFill rotWithShape="1">
            <a:blip r:embed="rId13">
              <a:alphaModFix/>
            </a:blip>
            <a:srcRect b="0" l="0" r="0" t="0"/>
            <a:stretch/>
          </p:blipFill>
          <p:spPr>
            <a:xfrm>
              <a:off x="8208396" y="267435"/>
              <a:ext cx="444766" cy="303486"/>
            </a:xfrm>
            <a:prstGeom prst="rect">
              <a:avLst/>
            </a:prstGeom>
            <a:noFill/>
            <a:ln>
              <a:noFill/>
            </a:ln>
          </p:spPr>
        </p:pic>
        <p:pic>
          <p:nvPicPr>
            <p:cNvPr id="799" name="Google Shape;799;p46"/>
            <p:cNvPicPr preferRelativeResize="0"/>
            <p:nvPr/>
          </p:nvPicPr>
          <p:blipFill rotWithShape="1">
            <a:blip r:embed="rId14">
              <a:alphaModFix/>
            </a:blip>
            <a:srcRect b="0" l="0" r="0" t="0"/>
            <a:stretch/>
          </p:blipFill>
          <p:spPr>
            <a:xfrm>
              <a:off x="8753827" y="1017733"/>
              <a:ext cx="570347" cy="444763"/>
            </a:xfrm>
            <a:prstGeom prst="rect">
              <a:avLst/>
            </a:prstGeom>
            <a:noFill/>
            <a:ln>
              <a:noFill/>
            </a:ln>
          </p:spPr>
        </p:pic>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800" name="Shape 800"/>
        <p:cNvGrpSpPr/>
        <p:nvPr/>
      </p:nvGrpSpPr>
      <p:grpSpPr>
        <a:xfrm>
          <a:off x="0" y="0"/>
          <a:ext cx="0" cy="0"/>
          <a:chOff x="0" y="0"/>
          <a:chExt cx="0" cy="0"/>
        </a:xfrm>
      </p:grpSpPr>
      <p:sp>
        <p:nvSpPr>
          <p:cNvPr id="801" name="Google Shape;801;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802" name="Google Shape;802;p47"/>
          <p:cNvSpPr txBox="1"/>
          <p:nvPr>
            <p:ph idx="1" type="subTitle"/>
          </p:nvPr>
        </p:nvSpPr>
        <p:spPr>
          <a:xfrm>
            <a:off x="2476375" y="1489400"/>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3" name="Google Shape;803;p47"/>
          <p:cNvSpPr txBox="1"/>
          <p:nvPr>
            <p:ph idx="2" type="subTitle"/>
          </p:nvPr>
        </p:nvSpPr>
        <p:spPr>
          <a:xfrm>
            <a:off x="2476375" y="2632974"/>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4" name="Google Shape;804;p47"/>
          <p:cNvSpPr txBox="1"/>
          <p:nvPr>
            <p:ph idx="3" type="subTitle"/>
          </p:nvPr>
        </p:nvSpPr>
        <p:spPr>
          <a:xfrm>
            <a:off x="2476375" y="3776473"/>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5" name="Google Shape;805;p47"/>
          <p:cNvSpPr txBox="1"/>
          <p:nvPr>
            <p:ph idx="4" type="subTitle"/>
          </p:nvPr>
        </p:nvSpPr>
        <p:spPr>
          <a:xfrm>
            <a:off x="2476375" y="1801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6" name="Google Shape;806;p47"/>
          <p:cNvSpPr txBox="1"/>
          <p:nvPr>
            <p:ph idx="5" type="subTitle"/>
          </p:nvPr>
        </p:nvSpPr>
        <p:spPr>
          <a:xfrm>
            <a:off x="2476375" y="29451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7" name="Google Shape;807;p47"/>
          <p:cNvSpPr txBox="1"/>
          <p:nvPr>
            <p:ph idx="6" type="subTitle"/>
          </p:nvPr>
        </p:nvSpPr>
        <p:spPr>
          <a:xfrm>
            <a:off x="2476375" y="4088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08" name="Google Shape;808;p47"/>
          <p:cNvGrpSpPr/>
          <p:nvPr/>
        </p:nvGrpSpPr>
        <p:grpSpPr>
          <a:xfrm>
            <a:off x="6333553" y="2294425"/>
            <a:ext cx="3492619" cy="4345817"/>
            <a:chOff x="6333553" y="2294425"/>
            <a:chExt cx="3492619" cy="4345817"/>
          </a:xfrm>
        </p:grpSpPr>
        <p:pic>
          <p:nvPicPr>
            <p:cNvPr id="809" name="Google Shape;809;p47"/>
            <p:cNvPicPr preferRelativeResize="0"/>
            <p:nvPr/>
          </p:nvPicPr>
          <p:blipFill rotWithShape="1">
            <a:blip r:embed="rId2">
              <a:alphaModFix/>
            </a:blip>
            <a:srcRect b="0" l="0" r="0" t="0"/>
            <a:stretch/>
          </p:blipFill>
          <p:spPr>
            <a:xfrm rot="1970253">
              <a:off x="6978814" y="3256377"/>
              <a:ext cx="2202098" cy="3028795"/>
            </a:xfrm>
            <a:prstGeom prst="rect">
              <a:avLst/>
            </a:prstGeom>
            <a:noFill/>
            <a:ln>
              <a:noFill/>
            </a:ln>
          </p:spPr>
        </p:pic>
        <p:pic>
          <p:nvPicPr>
            <p:cNvPr id="810" name="Google Shape;810;p47"/>
            <p:cNvPicPr preferRelativeResize="0"/>
            <p:nvPr/>
          </p:nvPicPr>
          <p:blipFill rotWithShape="1">
            <a:blip r:embed="rId3">
              <a:alphaModFix/>
            </a:blip>
            <a:srcRect b="0" l="0" r="0" t="0"/>
            <a:stretch/>
          </p:blipFill>
          <p:spPr>
            <a:xfrm>
              <a:off x="8753829" y="2677053"/>
              <a:ext cx="977125" cy="977125"/>
            </a:xfrm>
            <a:prstGeom prst="rect">
              <a:avLst/>
            </a:prstGeom>
            <a:noFill/>
            <a:ln>
              <a:noFill/>
            </a:ln>
          </p:spPr>
        </p:pic>
        <p:pic>
          <p:nvPicPr>
            <p:cNvPr id="811" name="Google Shape;811;p47"/>
            <p:cNvPicPr preferRelativeResize="0"/>
            <p:nvPr/>
          </p:nvPicPr>
          <p:blipFill rotWithShape="1">
            <a:blip r:embed="rId4">
              <a:alphaModFix/>
            </a:blip>
            <a:srcRect b="0" l="0" r="0" t="0"/>
            <a:stretch/>
          </p:blipFill>
          <p:spPr>
            <a:xfrm>
              <a:off x="8428903" y="2294425"/>
              <a:ext cx="570347" cy="554646"/>
            </a:xfrm>
            <a:prstGeom prst="rect">
              <a:avLst/>
            </a:prstGeom>
            <a:noFill/>
            <a:ln>
              <a:noFill/>
            </a:ln>
          </p:spPr>
        </p:pic>
      </p:grpSp>
      <p:grpSp>
        <p:nvGrpSpPr>
          <p:cNvPr id="812" name="Google Shape;812;p47"/>
          <p:cNvGrpSpPr/>
          <p:nvPr/>
        </p:nvGrpSpPr>
        <p:grpSpPr>
          <a:xfrm>
            <a:off x="7798821" y="-265576"/>
            <a:ext cx="1607196" cy="1728072"/>
            <a:chOff x="7798821" y="-265576"/>
            <a:chExt cx="1607196" cy="1728072"/>
          </a:xfrm>
        </p:grpSpPr>
        <p:pic>
          <p:nvPicPr>
            <p:cNvPr id="813" name="Google Shape;813;p47"/>
            <p:cNvPicPr preferRelativeResize="0"/>
            <p:nvPr/>
          </p:nvPicPr>
          <p:blipFill rotWithShape="1">
            <a:blip r:embed="rId5">
              <a:alphaModFix/>
            </a:blip>
            <a:srcRect b="0" l="0" r="0" t="0"/>
            <a:stretch/>
          </p:blipFill>
          <p:spPr>
            <a:xfrm>
              <a:off x="8428900" y="-265576"/>
              <a:ext cx="977117" cy="977125"/>
            </a:xfrm>
            <a:prstGeom prst="rect">
              <a:avLst/>
            </a:prstGeom>
            <a:noFill/>
            <a:ln>
              <a:noFill/>
            </a:ln>
          </p:spPr>
        </p:pic>
        <p:pic>
          <p:nvPicPr>
            <p:cNvPr id="814" name="Google Shape;814;p47"/>
            <p:cNvPicPr preferRelativeResize="0"/>
            <p:nvPr/>
          </p:nvPicPr>
          <p:blipFill rotWithShape="1">
            <a:blip r:embed="rId6">
              <a:alphaModFix/>
            </a:blip>
            <a:srcRect b="0" l="0" r="0" t="0"/>
            <a:stretch/>
          </p:blipFill>
          <p:spPr>
            <a:xfrm>
              <a:off x="8428897" y="374726"/>
              <a:ext cx="507952" cy="484800"/>
            </a:xfrm>
            <a:prstGeom prst="rect">
              <a:avLst/>
            </a:prstGeom>
            <a:noFill/>
            <a:ln>
              <a:noFill/>
            </a:ln>
          </p:spPr>
        </p:pic>
        <p:pic>
          <p:nvPicPr>
            <p:cNvPr id="815" name="Google Shape;815;p47"/>
            <p:cNvPicPr preferRelativeResize="0"/>
            <p:nvPr/>
          </p:nvPicPr>
          <p:blipFill rotWithShape="1">
            <a:blip r:embed="rId7">
              <a:alphaModFix/>
            </a:blip>
            <a:srcRect b="0" l="0" r="0" t="0"/>
            <a:stretch/>
          </p:blipFill>
          <p:spPr>
            <a:xfrm>
              <a:off x="7798821" y="71235"/>
              <a:ext cx="444766" cy="303486"/>
            </a:xfrm>
            <a:prstGeom prst="rect">
              <a:avLst/>
            </a:prstGeom>
            <a:noFill/>
            <a:ln>
              <a:noFill/>
            </a:ln>
          </p:spPr>
        </p:pic>
        <p:pic>
          <p:nvPicPr>
            <p:cNvPr id="816" name="Google Shape;816;p47"/>
            <p:cNvPicPr preferRelativeResize="0"/>
            <p:nvPr/>
          </p:nvPicPr>
          <p:blipFill rotWithShape="1">
            <a:blip r:embed="rId8">
              <a:alphaModFix/>
            </a:blip>
            <a:srcRect b="0" l="0" r="0" t="0"/>
            <a:stretch/>
          </p:blipFill>
          <p:spPr>
            <a:xfrm>
              <a:off x="8753827" y="1017733"/>
              <a:ext cx="570347" cy="444763"/>
            </a:xfrm>
            <a:prstGeom prst="rect">
              <a:avLst/>
            </a:prstGeom>
            <a:noFill/>
            <a:ln>
              <a:noFill/>
            </a:ln>
          </p:spPr>
        </p:pic>
      </p:grpSp>
      <p:grpSp>
        <p:nvGrpSpPr>
          <p:cNvPr id="817" name="Google Shape;817;p47"/>
          <p:cNvGrpSpPr/>
          <p:nvPr/>
        </p:nvGrpSpPr>
        <p:grpSpPr>
          <a:xfrm>
            <a:off x="-855488" y="-983760"/>
            <a:ext cx="3141174" cy="3616745"/>
            <a:chOff x="-855488" y="-983760"/>
            <a:chExt cx="3141174" cy="3616745"/>
          </a:xfrm>
        </p:grpSpPr>
        <p:pic>
          <p:nvPicPr>
            <p:cNvPr id="818" name="Google Shape;818;p47"/>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819" name="Google Shape;819;p47"/>
            <p:cNvPicPr preferRelativeResize="0"/>
            <p:nvPr/>
          </p:nvPicPr>
          <p:blipFill rotWithShape="1">
            <a:blip r:embed="rId2">
              <a:alphaModFix/>
            </a:blip>
            <a:srcRect b="0" l="0" r="0" t="0"/>
            <a:stretch/>
          </p:blipFill>
          <p:spPr>
            <a:xfrm rot="-9540140">
              <a:off x="-385949" y="-689785"/>
              <a:ext cx="2202096" cy="3028795"/>
            </a:xfrm>
            <a:prstGeom prst="rect">
              <a:avLst/>
            </a:prstGeom>
            <a:noFill/>
            <a:ln>
              <a:noFill/>
            </a:ln>
          </p:spPr>
        </p:pic>
        <p:pic>
          <p:nvPicPr>
            <p:cNvPr id="820" name="Google Shape;820;p47"/>
            <p:cNvPicPr preferRelativeResize="0"/>
            <p:nvPr/>
          </p:nvPicPr>
          <p:blipFill rotWithShape="1">
            <a:blip r:embed="rId10">
              <a:alphaModFix/>
            </a:blip>
            <a:srcRect b="0" l="0" r="0" t="0"/>
            <a:stretch/>
          </p:blipFill>
          <p:spPr>
            <a:xfrm>
              <a:off x="166284" y="1988468"/>
              <a:ext cx="374127" cy="354503"/>
            </a:xfrm>
            <a:prstGeom prst="rect">
              <a:avLst/>
            </a:prstGeom>
            <a:noFill/>
            <a:ln>
              <a:noFill/>
            </a:ln>
          </p:spPr>
        </p:pic>
        <p:pic>
          <p:nvPicPr>
            <p:cNvPr id="821" name="Google Shape;821;p47"/>
            <p:cNvPicPr preferRelativeResize="0"/>
            <p:nvPr/>
          </p:nvPicPr>
          <p:blipFill rotWithShape="1">
            <a:blip r:embed="rId11">
              <a:alphaModFix/>
            </a:blip>
            <a:srcRect b="0" l="0" r="0" t="0"/>
            <a:stretch/>
          </p:blipFill>
          <p:spPr>
            <a:xfrm>
              <a:off x="-5" y="-442126"/>
              <a:ext cx="977117" cy="977125"/>
            </a:xfrm>
            <a:prstGeom prst="rect">
              <a:avLst/>
            </a:prstGeom>
            <a:noFill/>
            <a:ln>
              <a:noFill/>
            </a:ln>
          </p:spPr>
        </p:pic>
      </p:grpSp>
      <p:grpSp>
        <p:nvGrpSpPr>
          <p:cNvPr id="822" name="Google Shape;822;p47"/>
          <p:cNvGrpSpPr/>
          <p:nvPr/>
        </p:nvGrpSpPr>
        <p:grpSpPr>
          <a:xfrm>
            <a:off x="-88280" y="4170685"/>
            <a:ext cx="1140167" cy="1122346"/>
            <a:chOff x="-88280" y="4170685"/>
            <a:chExt cx="1140167" cy="1122346"/>
          </a:xfrm>
        </p:grpSpPr>
        <p:pic>
          <p:nvPicPr>
            <p:cNvPr id="823" name="Google Shape;823;p47"/>
            <p:cNvPicPr preferRelativeResize="0"/>
            <p:nvPr/>
          </p:nvPicPr>
          <p:blipFill rotWithShape="1">
            <a:blip r:embed="rId12">
              <a:alphaModFix/>
            </a:blip>
            <a:srcRect b="0" l="0" r="0" t="0"/>
            <a:stretch/>
          </p:blipFill>
          <p:spPr>
            <a:xfrm>
              <a:off x="11139" y="4968615"/>
              <a:ext cx="355813" cy="324416"/>
            </a:xfrm>
            <a:prstGeom prst="rect">
              <a:avLst/>
            </a:prstGeom>
            <a:noFill/>
            <a:ln>
              <a:noFill/>
            </a:ln>
          </p:spPr>
        </p:pic>
        <p:pic>
          <p:nvPicPr>
            <p:cNvPr id="824" name="Google Shape;824;p47"/>
            <p:cNvPicPr preferRelativeResize="0"/>
            <p:nvPr/>
          </p:nvPicPr>
          <p:blipFill rotWithShape="1">
            <a:blip r:embed="rId13">
              <a:alphaModFix/>
            </a:blip>
            <a:srcRect b="0" l="0" r="0" t="0"/>
            <a:stretch/>
          </p:blipFill>
          <p:spPr>
            <a:xfrm>
              <a:off x="540406" y="4734060"/>
              <a:ext cx="511481" cy="409444"/>
            </a:xfrm>
            <a:prstGeom prst="rect">
              <a:avLst/>
            </a:prstGeom>
            <a:noFill/>
            <a:ln>
              <a:noFill/>
            </a:ln>
          </p:spPr>
        </p:pic>
        <p:pic>
          <p:nvPicPr>
            <p:cNvPr id="825" name="Google Shape;825;p47"/>
            <p:cNvPicPr preferRelativeResize="0"/>
            <p:nvPr/>
          </p:nvPicPr>
          <p:blipFill rotWithShape="1">
            <a:blip r:embed="rId14">
              <a:alphaModFix/>
            </a:blip>
            <a:srcRect b="0" l="0" r="0" t="0"/>
            <a:stretch/>
          </p:blipFill>
          <p:spPr>
            <a:xfrm>
              <a:off x="-88280" y="4170685"/>
              <a:ext cx="554649" cy="485315"/>
            </a:xfrm>
            <a:prstGeom prst="rect">
              <a:avLst/>
            </a:prstGeom>
            <a:noFill/>
            <a:ln>
              <a:noFill/>
            </a:ln>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26" name="Shape 826"/>
        <p:cNvGrpSpPr/>
        <p:nvPr/>
      </p:nvGrpSpPr>
      <p:grpSpPr>
        <a:xfrm>
          <a:off x="0" y="0"/>
          <a:ext cx="0" cy="0"/>
          <a:chOff x="0" y="0"/>
          <a:chExt cx="0" cy="0"/>
        </a:xfrm>
      </p:grpSpPr>
      <p:sp>
        <p:nvSpPr>
          <p:cNvPr id="827" name="Google Shape;827;p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828" name="Google Shape;828;p48"/>
          <p:cNvSpPr txBox="1"/>
          <p:nvPr>
            <p:ph idx="1" type="subTitle"/>
          </p:nvPr>
        </p:nvSpPr>
        <p:spPr>
          <a:xfrm>
            <a:off x="196666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9" name="Google Shape;829;p48"/>
          <p:cNvSpPr txBox="1"/>
          <p:nvPr>
            <p:ph idx="2" type="subTitle"/>
          </p:nvPr>
        </p:nvSpPr>
        <p:spPr>
          <a:xfrm>
            <a:off x="1966713"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0" name="Google Shape;830;p48"/>
          <p:cNvSpPr txBox="1"/>
          <p:nvPr>
            <p:ph idx="3" type="subTitle"/>
          </p:nvPr>
        </p:nvSpPr>
        <p:spPr>
          <a:xfrm>
            <a:off x="5482609"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1" name="Google Shape;831;p48"/>
          <p:cNvSpPr txBox="1"/>
          <p:nvPr>
            <p:ph idx="4" type="subTitle"/>
          </p:nvPr>
        </p:nvSpPr>
        <p:spPr>
          <a:xfrm>
            <a:off x="1966713"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2" name="Google Shape;832;p48"/>
          <p:cNvSpPr txBox="1"/>
          <p:nvPr>
            <p:ph idx="5" type="subTitle"/>
          </p:nvPr>
        </p:nvSpPr>
        <p:spPr>
          <a:xfrm>
            <a:off x="5482609"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3" name="Google Shape;833;p48"/>
          <p:cNvSpPr txBox="1"/>
          <p:nvPr>
            <p:ph idx="6" type="subTitle"/>
          </p:nvPr>
        </p:nvSpPr>
        <p:spPr>
          <a:xfrm>
            <a:off x="1966713"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4" name="Google Shape;834;p48"/>
          <p:cNvSpPr txBox="1"/>
          <p:nvPr>
            <p:ph idx="7" type="subTitle"/>
          </p:nvPr>
        </p:nvSpPr>
        <p:spPr>
          <a:xfrm>
            <a:off x="548261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5" name="Google Shape;835;p48"/>
          <p:cNvSpPr txBox="1"/>
          <p:nvPr>
            <p:ph idx="8" type="subTitle"/>
          </p:nvPr>
        </p:nvSpPr>
        <p:spPr>
          <a:xfrm>
            <a:off x="5482609"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836" name="Google Shape;836;p48"/>
          <p:cNvGrpSpPr/>
          <p:nvPr/>
        </p:nvGrpSpPr>
        <p:grpSpPr>
          <a:xfrm>
            <a:off x="6806574" y="-963374"/>
            <a:ext cx="3548696" cy="3744459"/>
            <a:chOff x="6806574" y="-963374"/>
            <a:chExt cx="3548696" cy="3744459"/>
          </a:xfrm>
        </p:grpSpPr>
        <p:pic>
          <p:nvPicPr>
            <p:cNvPr id="837" name="Google Shape;837;p48"/>
            <p:cNvPicPr preferRelativeResize="0"/>
            <p:nvPr/>
          </p:nvPicPr>
          <p:blipFill rotWithShape="1">
            <a:blip r:embed="rId2">
              <a:alphaModFix/>
            </a:blip>
            <a:srcRect b="0" l="0" r="0" t="0"/>
            <a:stretch/>
          </p:blipFill>
          <p:spPr>
            <a:xfrm flipH="1" rot="8678350">
              <a:off x="7479875" y="-605542"/>
              <a:ext cx="2202095" cy="3028795"/>
            </a:xfrm>
            <a:prstGeom prst="rect">
              <a:avLst/>
            </a:prstGeom>
            <a:noFill/>
            <a:ln>
              <a:noFill/>
            </a:ln>
          </p:spPr>
        </p:pic>
        <p:pic>
          <p:nvPicPr>
            <p:cNvPr id="838" name="Google Shape;838;p48"/>
            <p:cNvPicPr preferRelativeResize="0"/>
            <p:nvPr/>
          </p:nvPicPr>
          <p:blipFill rotWithShape="1">
            <a:blip r:embed="rId3">
              <a:alphaModFix/>
            </a:blip>
            <a:srcRect b="0" l="0" r="0" t="0"/>
            <a:stretch/>
          </p:blipFill>
          <p:spPr>
            <a:xfrm flipH="1" rot="10800000">
              <a:off x="6806579" y="-484273"/>
              <a:ext cx="977125" cy="977125"/>
            </a:xfrm>
            <a:prstGeom prst="rect">
              <a:avLst/>
            </a:prstGeom>
            <a:noFill/>
            <a:ln>
              <a:noFill/>
            </a:ln>
          </p:spPr>
        </p:pic>
        <p:pic>
          <p:nvPicPr>
            <p:cNvPr id="839" name="Google Shape;839;p48"/>
            <p:cNvPicPr preferRelativeResize="0"/>
            <p:nvPr/>
          </p:nvPicPr>
          <p:blipFill rotWithShape="1">
            <a:blip r:embed="rId4">
              <a:alphaModFix/>
            </a:blip>
            <a:srcRect b="0" l="0" r="0" t="0"/>
            <a:stretch/>
          </p:blipFill>
          <p:spPr>
            <a:xfrm flipH="1" rot="10800000">
              <a:off x="8295753" y="1017733"/>
              <a:ext cx="570347" cy="554646"/>
            </a:xfrm>
            <a:prstGeom prst="rect">
              <a:avLst/>
            </a:prstGeom>
            <a:noFill/>
            <a:ln>
              <a:noFill/>
            </a:ln>
          </p:spPr>
        </p:pic>
      </p:grpSp>
      <p:grpSp>
        <p:nvGrpSpPr>
          <p:cNvPr id="840" name="Google Shape;840;p48"/>
          <p:cNvGrpSpPr/>
          <p:nvPr/>
        </p:nvGrpSpPr>
        <p:grpSpPr>
          <a:xfrm>
            <a:off x="8274438" y="3651809"/>
            <a:ext cx="1099211" cy="1933810"/>
            <a:chOff x="8274438" y="3651809"/>
            <a:chExt cx="1099211" cy="1933810"/>
          </a:xfrm>
        </p:grpSpPr>
        <p:pic>
          <p:nvPicPr>
            <p:cNvPr id="841" name="Google Shape;841;p48"/>
            <p:cNvPicPr preferRelativeResize="0"/>
            <p:nvPr/>
          </p:nvPicPr>
          <p:blipFill rotWithShape="1">
            <a:blip r:embed="rId5">
              <a:alphaModFix/>
            </a:blip>
            <a:srcRect b="0" l="0" r="0" t="0"/>
            <a:stretch/>
          </p:blipFill>
          <p:spPr>
            <a:xfrm flipH="1" rot="10800000">
              <a:off x="8274438" y="4608494"/>
              <a:ext cx="977117" cy="977125"/>
            </a:xfrm>
            <a:prstGeom prst="rect">
              <a:avLst/>
            </a:prstGeom>
            <a:noFill/>
            <a:ln>
              <a:noFill/>
            </a:ln>
          </p:spPr>
        </p:pic>
        <p:pic>
          <p:nvPicPr>
            <p:cNvPr id="842" name="Google Shape;842;p48"/>
            <p:cNvPicPr preferRelativeResize="0"/>
            <p:nvPr/>
          </p:nvPicPr>
          <p:blipFill rotWithShape="1">
            <a:blip r:embed="rId6">
              <a:alphaModFix/>
            </a:blip>
            <a:srcRect b="0" l="0" r="0" t="0"/>
            <a:stretch/>
          </p:blipFill>
          <p:spPr>
            <a:xfrm flipH="1" rot="10800000">
              <a:off x="8358546" y="4168159"/>
              <a:ext cx="444766" cy="303486"/>
            </a:xfrm>
            <a:prstGeom prst="rect">
              <a:avLst/>
            </a:prstGeom>
            <a:noFill/>
            <a:ln>
              <a:noFill/>
            </a:ln>
          </p:spPr>
        </p:pic>
        <p:pic>
          <p:nvPicPr>
            <p:cNvPr id="843" name="Google Shape;843;p48"/>
            <p:cNvPicPr preferRelativeResize="0"/>
            <p:nvPr/>
          </p:nvPicPr>
          <p:blipFill rotWithShape="1">
            <a:blip r:embed="rId7">
              <a:alphaModFix/>
            </a:blip>
            <a:srcRect b="0" l="0" r="0" t="0"/>
            <a:stretch/>
          </p:blipFill>
          <p:spPr>
            <a:xfrm flipH="1" rot="10800000">
              <a:off x="8803302" y="3651809"/>
              <a:ext cx="570347" cy="444763"/>
            </a:xfrm>
            <a:prstGeom prst="rect">
              <a:avLst/>
            </a:prstGeom>
            <a:noFill/>
            <a:ln>
              <a:noFill/>
            </a:ln>
          </p:spPr>
        </p:pic>
      </p:grpSp>
      <p:grpSp>
        <p:nvGrpSpPr>
          <p:cNvPr id="844" name="Google Shape;844;p48"/>
          <p:cNvGrpSpPr/>
          <p:nvPr/>
        </p:nvGrpSpPr>
        <p:grpSpPr>
          <a:xfrm>
            <a:off x="-443760" y="-484280"/>
            <a:ext cx="1327450" cy="1609183"/>
            <a:chOff x="-443760" y="-484280"/>
            <a:chExt cx="1327450" cy="1609183"/>
          </a:xfrm>
        </p:grpSpPr>
        <p:pic>
          <p:nvPicPr>
            <p:cNvPr id="845" name="Google Shape;845;p48"/>
            <p:cNvPicPr preferRelativeResize="0"/>
            <p:nvPr/>
          </p:nvPicPr>
          <p:blipFill rotWithShape="1">
            <a:blip r:embed="rId8">
              <a:alphaModFix/>
            </a:blip>
            <a:srcRect b="0" l="0" r="0" t="0"/>
            <a:stretch/>
          </p:blipFill>
          <p:spPr>
            <a:xfrm flipH="1" rot="10800000">
              <a:off x="-443760" y="-484280"/>
              <a:ext cx="1327450" cy="1266949"/>
            </a:xfrm>
            <a:prstGeom prst="rect">
              <a:avLst/>
            </a:prstGeom>
            <a:noFill/>
            <a:ln>
              <a:noFill/>
            </a:ln>
          </p:spPr>
        </p:pic>
        <p:pic>
          <p:nvPicPr>
            <p:cNvPr id="846" name="Google Shape;846;p48"/>
            <p:cNvPicPr preferRelativeResize="0"/>
            <p:nvPr/>
          </p:nvPicPr>
          <p:blipFill rotWithShape="1">
            <a:blip r:embed="rId9">
              <a:alphaModFix/>
            </a:blip>
            <a:srcRect b="0" l="0" r="0" t="0"/>
            <a:stretch/>
          </p:blipFill>
          <p:spPr>
            <a:xfrm flipH="1" rot="10800000">
              <a:off x="314143" y="125564"/>
              <a:ext cx="511481" cy="409444"/>
            </a:xfrm>
            <a:prstGeom prst="rect">
              <a:avLst/>
            </a:prstGeom>
            <a:noFill/>
            <a:ln>
              <a:noFill/>
            </a:ln>
          </p:spPr>
        </p:pic>
        <p:pic>
          <p:nvPicPr>
            <p:cNvPr id="847" name="Google Shape;847;p48"/>
            <p:cNvPicPr preferRelativeResize="0"/>
            <p:nvPr/>
          </p:nvPicPr>
          <p:blipFill rotWithShape="1">
            <a:blip r:embed="rId10">
              <a:alphaModFix/>
            </a:blip>
            <a:srcRect b="0" l="0" r="0" t="0"/>
            <a:stretch/>
          </p:blipFill>
          <p:spPr>
            <a:xfrm flipH="1" rot="10800000">
              <a:off x="143164" y="800487"/>
              <a:ext cx="355813" cy="324416"/>
            </a:xfrm>
            <a:prstGeom prst="rect">
              <a:avLst/>
            </a:prstGeom>
            <a:noFill/>
            <a:ln>
              <a:noFill/>
            </a:ln>
          </p:spPr>
        </p:pic>
      </p:grpSp>
      <p:grpSp>
        <p:nvGrpSpPr>
          <p:cNvPr id="848" name="Google Shape;848;p48"/>
          <p:cNvGrpSpPr/>
          <p:nvPr/>
        </p:nvGrpSpPr>
        <p:grpSpPr>
          <a:xfrm>
            <a:off x="-1000725" y="2362045"/>
            <a:ext cx="3445978" cy="3616745"/>
            <a:chOff x="-1000725" y="2362045"/>
            <a:chExt cx="3445978" cy="3616745"/>
          </a:xfrm>
        </p:grpSpPr>
        <p:pic>
          <p:nvPicPr>
            <p:cNvPr id="849" name="Google Shape;849;p48"/>
            <p:cNvPicPr preferRelativeResize="0"/>
            <p:nvPr/>
          </p:nvPicPr>
          <p:blipFill rotWithShape="1">
            <a:blip r:embed="rId11">
              <a:alphaModFix/>
            </a:blip>
            <a:srcRect b="0" l="0" r="0" t="0"/>
            <a:stretch/>
          </p:blipFill>
          <p:spPr>
            <a:xfrm flipH="1" rot="10800000">
              <a:off x="1801651" y="4471657"/>
              <a:ext cx="643602" cy="499705"/>
            </a:xfrm>
            <a:prstGeom prst="rect">
              <a:avLst/>
            </a:prstGeom>
            <a:noFill/>
            <a:ln>
              <a:noFill/>
            </a:ln>
          </p:spPr>
        </p:pic>
        <p:pic>
          <p:nvPicPr>
            <p:cNvPr id="850" name="Google Shape;850;p48"/>
            <p:cNvPicPr preferRelativeResize="0"/>
            <p:nvPr/>
          </p:nvPicPr>
          <p:blipFill rotWithShape="1">
            <a:blip r:embed="rId2">
              <a:alphaModFix/>
            </a:blip>
            <a:srcRect b="0" l="0" r="0" t="0"/>
            <a:stretch/>
          </p:blipFill>
          <p:spPr>
            <a:xfrm flipH="1" rot="-1259860">
              <a:off x="-531186" y="2656020"/>
              <a:ext cx="2202096" cy="3028795"/>
            </a:xfrm>
            <a:prstGeom prst="rect">
              <a:avLst/>
            </a:prstGeom>
            <a:noFill/>
            <a:ln>
              <a:noFill/>
            </a:ln>
          </p:spPr>
        </p:pic>
        <p:pic>
          <p:nvPicPr>
            <p:cNvPr id="851" name="Google Shape;851;p48"/>
            <p:cNvPicPr preferRelativeResize="0"/>
            <p:nvPr/>
          </p:nvPicPr>
          <p:blipFill rotWithShape="1">
            <a:blip r:embed="rId12">
              <a:alphaModFix/>
            </a:blip>
            <a:srcRect b="0" l="0" r="0" t="0"/>
            <a:stretch/>
          </p:blipFill>
          <p:spPr>
            <a:xfrm flipH="1" rot="10800000">
              <a:off x="292545" y="3483605"/>
              <a:ext cx="554649" cy="485315"/>
            </a:xfrm>
            <a:prstGeom prst="rect">
              <a:avLst/>
            </a:prstGeom>
            <a:noFill/>
            <a:ln>
              <a:noFill/>
            </a:ln>
          </p:spPr>
        </p:pic>
        <p:pic>
          <p:nvPicPr>
            <p:cNvPr id="852" name="Google Shape;852;p48"/>
            <p:cNvPicPr preferRelativeResize="0"/>
            <p:nvPr/>
          </p:nvPicPr>
          <p:blipFill rotWithShape="1">
            <a:blip r:embed="rId13">
              <a:alphaModFix/>
            </a:blip>
            <a:srcRect b="0" l="0" r="0" t="0"/>
            <a:stretch/>
          </p:blipFill>
          <p:spPr>
            <a:xfrm flipH="1" rot="10800000">
              <a:off x="-268605" y="2483206"/>
              <a:ext cx="977117" cy="977125"/>
            </a:xfrm>
            <a:prstGeom prst="rect">
              <a:avLst/>
            </a:prstGeom>
            <a:noFill/>
            <a:ln>
              <a:noFill/>
            </a:ln>
          </p:spPr>
        </p:pic>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3" name="Shape 853"/>
        <p:cNvGrpSpPr/>
        <p:nvPr/>
      </p:nvGrpSpPr>
      <p:grpSpPr>
        <a:xfrm>
          <a:off x="0" y="0"/>
          <a:ext cx="0" cy="0"/>
          <a:chOff x="0" y="0"/>
          <a:chExt cx="0" cy="0"/>
        </a:xfrm>
      </p:grpSpPr>
      <p:sp>
        <p:nvSpPr>
          <p:cNvPr id="854" name="Google Shape;854;p49"/>
          <p:cNvSpPr/>
          <p:nvPr>
            <p:ph idx="2" type="pic"/>
          </p:nvPr>
        </p:nvSpPr>
        <p:spPr>
          <a:xfrm>
            <a:off x="0" y="0"/>
            <a:ext cx="9144000" cy="5143500"/>
          </a:xfrm>
          <a:prstGeom prst="rect">
            <a:avLst/>
          </a:prstGeom>
          <a:noFill/>
          <a:ln>
            <a:noFill/>
          </a:ln>
        </p:spPr>
      </p:sp>
      <p:sp>
        <p:nvSpPr>
          <p:cNvPr id="855" name="Google Shape;855;p49"/>
          <p:cNvSpPr txBox="1"/>
          <p:nvPr>
            <p:ph type="title"/>
          </p:nvPr>
        </p:nvSpPr>
        <p:spPr>
          <a:xfrm>
            <a:off x="715100" y="3341675"/>
            <a:ext cx="4647600" cy="1143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56" name="Shape 856"/>
        <p:cNvGrpSpPr/>
        <p:nvPr/>
      </p:nvGrpSpPr>
      <p:grpSpPr>
        <a:xfrm>
          <a:off x="0" y="0"/>
          <a:ext cx="0" cy="0"/>
          <a:chOff x="0" y="0"/>
          <a:chExt cx="0" cy="0"/>
        </a:xfrm>
      </p:grpSpPr>
      <p:sp>
        <p:nvSpPr>
          <p:cNvPr id="857" name="Google Shape;857;p50"/>
          <p:cNvSpPr txBox="1"/>
          <p:nvPr>
            <p:ph idx="1" type="subTitle"/>
          </p:nvPr>
        </p:nvSpPr>
        <p:spPr>
          <a:xfrm>
            <a:off x="1418900"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58" name="Google Shape;858;p50"/>
          <p:cNvSpPr txBox="1"/>
          <p:nvPr>
            <p:ph idx="2" type="subTitle"/>
          </p:nvPr>
        </p:nvSpPr>
        <p:spPr>
          <a:xfrm>
            <a:off x="4827403"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59" name="Google Shape;859;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860" name="Google Shape;860;p50"/>
          <p:cNvGrpSpPr/>
          <p:nvPr/>
        </p:nvGrpSpPr>
        <p:grpSpPr>
          <a:xfrm>
            <a:off x="7158639" y="-555211"/>
            <a:ext cx="2768466" cy="3675990"/>
            <a:chOff x="7158639" y="-555211"/>
            <a:chExt cx="2768466" cy="3675990"/>
          </a:xfrm>
        </p:grpSpPr>
        <p:pic>
          <p:nvPicPr>
            <p:cNvPr id="861" name="Google Shape;861;p50"/>
            <p:cNvPicPr preferRelativeResize="0"/>
            <p:nvPr/>
          </p:nvPicPr>
          <p:blipFill rotWithShape="1">
            <a:blip r:embed="rId2">
              <a:alphaModFix/>
            </a:blip>
            <a:srcRect b="0" l="0" r="0" t="0"/>
            <a:stretch/>
          </p:blipFill>
          <p:spPr>
            <a:xfrm flipH="1" rot="-10422309">
              <a:off x="7565601" y="-443617"/>
              <a:ext cx="2202096" cy="3028796"/>
            </a:xfrm>
            <a:prstGeom prst="rect">
              <a:avLst/>
            </a:prstGeom>
            <a:noFill/>
            <a:ln>
              <a:noFill/>
            </a:ln>
          </p:spPr>
        </p:pic>
        <p:pic>
          <p:nvPicPr>
            <p:cNvPr id="862" name="Google Shape;862;p50"/>
            <p:cNvPicPr preferRelativeResize="0"/>
            <p:nvPr/>
          </p:nvPicPr>
          <p:blipFill rotWithShape="1">
            <a:blip r:embed="rId3">
              <a:alphaModFix/>
            </a:blip>
            <a:srcRect b="0" l="0" r="0" t="0"/>
            <a:stretch/>
          </p:blipFill>
          <p:spPr>
            <a:xfrm flipH="1" rot="10800000">
              <a:off x="7677029" y="-507073"/>
              <a:ext cx="977125" cy="977125"/>
            </a:xfrm>
            <a:prstGeom prst="rect">
              <a:avLst/>
            </a:prstGeom>
            <a:noFill/>
            <a:ln>
              <a:noFill/>
            </a:ln>
          </p:spPr>
        </p:pic>
        <p:pic>
          <p:nvPicPr>
            <p:cNvPr id="863" name="Google Shape;863;p50"/>
            <p:cNvPicPr preferRelativeResize="0"/>
            <p:nvPr/>
          </p:nvPicPr>
          <p:blipFill rotWithShape="1">
            <a:blip r:embed="rId4">
              <a:alphaModFix/>
            </a:blip>
            <a:srcRect b="0" l="0" r="0" t="0"/>
            <a:stretch/>
          </p:blipFill>
          <p:spPr>
            <a:xfrm flipH="1" rot="10800000">
              <a:off x="7158639" y="120599"/>
              <a:ext cx="355813" cy="324416"/>
            </a:xfrm>
            <a:prstGeom prst="rect">
              <a:avLst/>
            </a:prstGeom>
            <a:noFill/>
            <a:ln>
              <a:noFill/>
            </a:ln>
          </p:spPr>
        </p:pic>
        <p:pic>
          <p:nvPicPr>
            <p:cNvPr id="864" name="Google Shape;864;p50"/>
            <p:cNvPicPr preferRelativeResize="0"/>
            <p:nvPr/>
          </p:nvPicPr>
          <p:blipFill rotWithShape="1">
            <a:blip r:embed="rId5">
              <a:alphaModFix/>
            </a:blip>
            <a:srcRect b="0" l="0" r="0" t="0"/>
            <a:stretch/>
          </p:blipFill>
          <p:spPr>
            <a:xfrm flipH="1" rot="10800000">
              <a:off x="8294128" y="2566133"/>
              <a:ext cx="570347" cy="554646"/>
            </a:xfrm>
            <a:prstGeom prst="rect">
              <a:avLst/>
            </a:prstGeom>
            <a:noFill/>
            <a:ln>
              <a:noFill/>
            </a:ln>
          </p:spPr>
        </p:pic>
      </p:grpSp>
      <p:grpSp>
        <p:nvGrpSpPr>
          <p:cNvPr id="865" name="Google Shape;865;p50"/>
          <p:cNvGrpSpPr/>
          <p:nvPr/>
        </p:nvGrpSpPr>
        <p:grpSpPr>
          <a:xfrm>
            <a:off x="71483" y="-15199"/>
            <a:ext cx="1066129" cy="792856"/>
            <a:chOff x="71483" y="-15199"/>
            <a:chExt cx="1066129" cy="792856"/>
          </a:xfrm>
        </p:grpSpPr>
        <p:pic>
          <p:nvPicPr>
            <p:cNvPr id="866" name="Google Shape;866;p50"/>
            <p:cNvPicPr preferRelativeResize="0"/>
            <p:nvPr/>
          </p:nvPicPr>
          <p:blipFill rotWithShape="1">
            <a:blip r:embed="rId6">
              <a:alphaModFix/>
            </a:blip>
            <a:srcRect b="0" l="0" r="0" t="0"/>
            <a:stretch/>
          </p:blipFill>
          <p:spPr>
            <a:xfrm flipH="1" rot="10800000">
              <a:off x="626131" y="-15199"/>
              <a:ext cx="511481" cy="409444"/>
            </a:xfrm>
            <a:prstGeom prst="rect">
              <a:avLst/>
            </a:prstGeom>
            <a:noFill/>
            <a:ln>
              <a:noFill/>
            </a:ln>
          </p:spPr>
        </p:pic>
        <p:pic>
          <p:nvPicPr>
            <p:cNvPr id="867" name="Google Shape;867;p50"/>
            <p:cNvPicPr preferRelativeResize="0"/>
            <p:nvPr/>
          </p:nvPicPr>
          <p:blipFill rotWithShape="1">
            <a:blip r:embed="rId7">
              <a:alphaModFix/>
            </a:blip>
            <a:srcRect b="0" l="0" r="0" t="0"/>
            <a:stretch/>
          </p:blipFill>
          <p:spPr>
            <a:xfrm flipH="1" rot="10800000">
              <a:off x="71483" y="292342"/>
              <a:ext cx="554649" cy="485315"/>
            </a:xfrm>
            <a:prstGeom prst="rect">
              <a:avLst/>
            </a:prstGeom>
            <a:noFill/>
            <a:ln>
              <a:noFill/>
            </a:ln>
          </p:spPr>
        </p:pic>
      </p:grpSp>
      <p:grpSp>
        <p:nvGrpSpPr>
          <p:cNvPr id="868" name="Google Shape;868;p50"/>
          <p:cNvGrpSpPr/>
          <p:nvPr/>
        </p:nvGrpSpPr>
        <p:grpSpPr>
          <a:xfrm>
            <a:off x="7984146" y="3665809"/>
            <a:ext cx="1325078" cy="1629972"/>
            <a:chOff x="7984146" y="3665809"/>
            <a:chExt cx="1325078" cy="1629972"/>
          </a:xfrm>
        </p:grpSpPr>
        <p:pic>
          <p:nvPicPr>
            <p:cNvPr id="869" name="Google Shape;869;p50"/>
            <p:cNvPicPr preferRelativeResize="0"/>
            <p:nvPr/>
          </p:nvPicPr>
          <p:blipFill rotWithShape="1">
            <a:blip r:embed="rId8">
              <a:alphaModFix/>
            </a:blip>
            <a:srcRect b="0" l="0" r="0" t="0"/>
            <a:stretch/>
          </p:blipFill>
          <p:spPr>
            <a:xfrm flipH="1" rot="10800000">
              <a:off x="8294125" y="4318656"/>
              <a:ext cx="977117" cy="977125"/>
            </a:xfrm>
            <a:prstGeom prst="rect">
              <a:avLst/>
            </a:prstGeom>
            <a:noFill/>
            <a:ln>
              <a:noFill/>
            </a:ln>
          </p:spPr>
        </p:pic>
        <p:pic>
          <p:nvPicPr>
            <p:cNvPr id="870" name="Google Shape;870;p50"/>
            <p:cNvPicPr preferRelativeResize="0"/>
            <p:nvPr/>
          </p:nvPicPr>
          <p:blipFill rotWithShape="1">
            <a:blip r:embed="rId9">
              <a:alphaModFix/>
            </a:blip>
            <a:srcRect b="0" l="0" r="0" t="0"/>
            <a:stretch/>
          </p:blipFill>
          <p:spPr>
            <a:xfrm flipH="1" rot="10800000">
              <a:off x="7984146" y="4557384"/>
              <a:ext cx="444766" cy="303486"/>
            </a:xfrm>
            <a:prstGeom prst="rect">
              <a:avLst/>
            </a:prstGeom>
            <a:noFill/>
            <a:ln>
              <a:noFill/>
            </a:ln>
          </p:spPr>
        </p:pic>
        <p:pic>
          <p:nvPicPr>
            <p:cNvPr id="871" name="Google Shape;871;p50"/>
            <p:cNvPicPr preferRelativeResize="0"/>
            <p:nvPr/>
          </p:nvPicPr>
          <p:blipFill rotWithShape="1">
            <a:blip r:embed="rId10">
              <a:alphaModFix/>
            </a:blip>
            <a:srcRect b="0" l="0" r="0" t="0"/>
            <a:stretch/>
          </p:blipFill>
          <p:spPr>
            <a:xfrm flipH="1" rot="10800000">
              <a:off x="8738877" y="3665809"/>
              <a:ext cx="570347" cy="444763"/>
            </a:xfrm>
            <a:prstGeom prst="rect">
              <a:avLst/>
            </a:prstGeom>
            <a:noFill/>
            <a:ln>
              <a:noFill/>
            </a:ln>
          </p:spPr>
        </p:pic>
      </p:grpSp>
      <p:grpSp>
        <p:nvGrpSpPr>
          <p:cNvPr id="872" name="Google Shape;872;p50"/>
          <p:cNvGrpSpPr/>
          <p:nvPr/>
        </p:nvGrpSpPr>
        <p:grpSpPr>
          <a:xfrm>
            <a:off x="-1060200" y="1133476"/>
            <a:ext cx="3141174" cy="4774114"/>
            <a:chOff x="-1060200" y="1133476"/>
            <a:chExt cx="3141174" cy="4774114"/>
          </a:xfrm>
        </p:grpSpPr>
        <p:pic>
          <p:nvPicPr>
            <p:cNvPr id="873" name="Google Shape;873;p50"/>
            <p:cNvPicPr preferRelativeResize="0"/>
            <p:nvPr/>
          </p:nvPicPr>
          <p:blipFill rotWithShape="1">
            <a:blip r:embed="rId2">
              <a:alphaModFix/>
            </a:blip>
            <a:srcRect b="0" l="0" r="0" t="0"/>
            <a:stretch/>
          </p:blipFill>
          <p:spPr>
            <a:xfrm flipH="1" rot="-1259860">
              <a:off x="-590661" y="2584820"/>
              <a:ext cx="2202096" cy="3028795"/>
            </a:xfrm>
            <a:prstGeom prst="rect">
              <a:avLst/>
            </a:prstGeom>
            <a:noFill/>
            <a:ln>
              <a:noFill/>
            </a:ln>
          </p:spPr>
        </p:pic>
        <p:pic>
          <p:nvPicPr>
            <p:cNvPr id="874" name="Google Shape;874;p50"/>
            <p:cNvPicPr preferRelativeResize="0"/>
            <p:nvPr/>
          </p:nvPicPr>
          <p:blipFill rotWithShape="1">
            <a:blip r:embed="rId11">
              <a:alphaModFix/>
            </a:blip>
            <a:srcRect b="0" l="0" r="0" t="0"/>
            <a:stretch/>
          </p:blipFill>
          <p:spPr>
            <a:xfrm flipH="1" rot="10800000">
              <a:off x="-515675" y="1133476"/>
              <a:ext cx="1257500" cy="1200150"/>
            </a:xfrm>
            <a:prstGeom prst="rect">
              <a:avLst/>
            </a:prstGeom>
            <a:noFill/>
            <a:ln>
              <a:noFill/>
            </a:ln>
          </p:spPr>
        </p:pic>
        <p:pic>
          <p:nvPicPr>
            <p:cNvPr id="875" name="Google Shape;875;p50"/>
            <p:cNvPicPr preferRelativeResize="0"/>
            <p:nvPr/>
          </p:nvPicPr>
          <p:blipFill rotWithShape="1">
            <a:blip r:embed="rId12">
              <a:alphaModFix/>
            </a:blip>
            <a:srcRect b="0" l="0" r="0" t="0"/>
            <a:stretch/>
          </p:blipFill>
          <p:spPr>
            <a:xfrm flipH="1" rot="10800000">
              <a:off x="232484" y="2492109"/>
              <a:ext cx="374127" cy="354503"/>
            </a:xfrm>
            <a:prstGeom prst="rect">
              <a:avLst/>
            </a:prstGeom>
            <a:noFill/>
            <a:ln>
              <a:noFill/>
            </a:ln>
          </p:spPr>
        </p:pic>
        <p:pic>
          <p:nvPicPr>
            <p:cNvPr id="876" name="Google Shape;876;p50"/>
            <p:cNvPicPr preferRelativeResize="0"/>
            <p:nvPr/>
          </p:nvPicPr>
          <p:blipFill rotWithShape="1">
            <a:blip r:embed="rId13">
              <a:alphaModFix/>
            </a:blip>
            <a:srcRect b="0" l="0" r="0" t="0"/>
            <a:stretch/>
          </p:blipFill>
          <p:spPr>
            <a:xfrm flipH="1" rot="10800000">
              <a:off x="-69030" y="3731356"/>
              <a:ext cx="977117" cy="977125"/>
            </a:xfrm>
            <a:prstGeom prst="rect">
              <a:avLst/>
            </a:prstGeom>
            <a:noFill/>
            <a:ln>
              <a:noFill/>
            </a:ln>
          </p:spPr>
        </p:pic>
      </p:grpSp>
      <p:pic>
        <p:nvPicPr>
          <p:cNvPr id="877" name="Google Shape;877;p50"/>
          <p:cNvPicPr preferRelativeResize="0"/>
          <p:nvPr/>
        </p:nvPicPr>
        <p:blipFill rotWithShape="1">
          <a:blip r:embed="rId14">
            <a:alphaModFix/>
          </a:blip>
          <a:srcRect b="0" l="0" r="0" t="0"/>
          <a:stretch/>
        </p:blipFill>
        <p:spPr>
          <a:xfrm flipH="1" rot="10800000">
            <a:off x="4020976" y="4557382"/>
            <a:ext cx="643602" cy="499705"/>
          </a:xfrm>
          <a:prstGeom prst="rect">
            <a:avLst/>
          </a:prstGeom>
          <a:noFill/>
          <a:ln>
            <a:noFill/>
          </a:ln>
        </p:spPr>
      </p:pic>
      <p:sp>
        <p:nvSpPr>
          <p:cNvPr id="878" name="Google Shape;878;p50"/>
          <p:cNvSpPr txBox="1"/>
          <p:nvPr>
            <p:ph idx="3" type="body"/>
          </p:nvPr>
        </p:nvSpPr>
        <p:spPr>
          <a:xfrm>
            <a:off x="14189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879" name="Google Shape;879;p50"/>
          <p:cNvSpPr txBox="1"/>
          <p:nvPr>
            <p:ph idx="4" type="body"/>
          </p:nvPr>
        </p:nvSpPr>
        <p:spPr>
          <a:xfrm>
            <a:off x="48274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0" name="Shape 880"/>
        <p:cNvGrpSpPr/>
        <p:nvPr/>
      </p:nvGrpSpPr>
      <p:grpSpPr>
        <a:xfrm>
          <a:off x="0" y="0"/>
          <a:ext cx="0" cy="0"/>
          <a:chOff x="0" y="0"/>
          <a:chExt cx="0" cy="0"/>
        </a:xfrm>
      </p:grpSpPr>
      <p:pic>
        <p:nvPicPr>
          <p:cNvPr id="881" name="Google Shape;881;p51"/>
          <p:cNvPicPr preferRelativeResize="0"/>
          <p:nvPr/>
        </p:nvPicPr>
        <p:blipFill rotWithShape="1">
          <a:blip r:embed="rId2">
            <a:alphaModFix/>
          </a:blip>
          <a:srcRect b="0" l="0" r="0" t="0"/>
          <a:stretch/>
        </p:blipFill>
        <p:spPr>
          <a:xfrm>
            <a:off x="7985299" y="2239938"/>
            <a:ext cx="1859701" cy="1774980"/>
          </a:xfrm>
          <a:prstGeom prst="rect">
            <a:avLst/>
          </a:prstGeom>
          <a:noFill/>
          <a:ln>
            <a:noFill/>
          </a:ln>
        </p:spPr>
      </p:pic>
      <p:sp>
        <p:nvSpPr>
          <p:cNvPr id="882" name="Google Shape;882;p51"/>
          <p:cNvSpPr txBox="1"/>
          <p:nvPr>
            <p:ph hasCustomPrompt="1" type="title"/>
          </p:nvPr>
        </p:nvSpPr>
        <p:spPr>
          <a:xfrm>
            <a:off x="1754475" y="1627896"/>
            <a:ext cx="5635200" cy="151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8500"/>
              <a:buNone/>
              <a:defRPr sz="8500">
                <a:highlight>
                  <a:schemeClr val="lt1"/>
                </a:highlight>
              </a:defRPr>
            </a:lvl1pPr>
            <a:lvl2pPr lvl="1" algn="ctr">
              <a:lnSpc>
                <a:spcPct val="100000"/>
              </a:lnSpc>
              <a:spcBef>
                <a:spcPts val="0"/>
              </a:spcBef>
              <a:spcAft>
                <a:spcPts val="0"/>
              </a:spcAft>
              <a:buSzPts val="8500"/>
              <a:buNone/>
              <a:defRPr sz="8500"/>
            </a:lvl2pPr>
            <a:lvl3pPr lvl="2" algn="ctr">
              <a:lnSpc>
                <a:spcPct val="100000"/>
              </a:lnSpc>
              <a:spcBef>
                <a:spcPts val="0"/>
              </a:spcBef>
              <a:spcAft>
                <a:spcPts val="0"/>
              </a:spcAft>
              <a:buSzPts val="8500"/>
              <a:buNone/>
              <a:defRPr sz="8500"/>
            </a:lvl3pPr>
            <a:lvl4pPr lvl="3" algn="ctr">
              <a:lnSpc>
                <a:spcPct val="100000"/>
              </a:lnSpc>
              <a:spcBef>
                <a:spcPts val="0"/>
              </a:spcBef>
              <a:spcAft>
                <a:spcPts val="0"/>
              </a:spcAft>
              <a:buSzPts val="8500"/>
              <a:buNone/>
              <a:defRPr sz="8500"/>
            </a:lvl4pPr>
            <a:lvl5pPr lvl="4" algn="ctr">
              <a:lnSpc>
                <a:spcPct val="100000"/>
              </a:lnSpc>
              <a:spcBef>
                <a:spcPts val="0"/>
              </a:spcBef>
              <a:spcAft>
                <a:spcPts val="0"/>
              </a:spcAft>
              <a:buSzPts val="8500"/>
              <a:buNone/>
              <a:defRPr sz="8500"/>
            </a:lvl5pPr>
            <a:lvl6pPr lvl="5" algn="ctr">
              <a:lnSpc>
                <a:spcPct val="100000"/>
              </a:lnSpc>
              <a:spcBef>
                <a:spcPts val="0"/>
              </a:spcBef>
              <a:spcAft>
                <a:spcPts val="0"/>
              </a:spcAft>
              <a:buSzPts val="8500"/>
              <a:buNone/>
              <a:defRPr sz="8500"/>
            </a:lvl6pPr>
            <a:lvl7pPr lvl="6" algn="ctr">
              <a:lnSpc>
                <a:spcPct val="100000"/>
              </a:lnSpc>
              <a:spcBef>
                <a:spcPts val="0"/>
              </a:spcBef>
              <a:spcAft>
                <a:spcPts val="0"/>
              </a:spcAft>
              <a:buSzPts val="8500"/>
              <a:buNone/>
              <a:defRPr sz="8500"/>
            </a:lvl7pPr>
            <a:lvl8pPr lvl="7" algn="ctr">
              <a:lnSpc>
                <a:spcPct val="100000"/>
              </a:lnSpc>
              <a:spcBef>
                <a:spcPts val="0"/>
              </a:spcBef>
              <a:spcAft>
                <a:spcPts val="0"/>
              </a:spcAft>
              <a:buSzPts val="8500"/>
              <a:buNone/>
              <a:defRPr sz="8500"/>
            </a:lvl8pPr>
            <a:lvl9pPr lvl="8" algn="ctr">
              <a:lnSpc>
                <a:spcPct val="100000"/>
              </a:lnSpc>
              <a:spcBef>
                <a:spcPts val="0"/>
              </a:spcBef>
              <a:spcAft>
                <a:spcPts val="0"/>
              </a:spcAft>
              <a:buSzPts val="8500"/>
              <a:buNone/>
              <a:defRPr sz="8500"/>
            </a:lvl9pPr>
          </a:lstStyle>
          <a:p>
            <a:r>
              <a:t>xx%</a:t>
            </a:r>
          </a:p>
        </p:txBody>
      </p:sp>
      <p:sp>
        <p:nvSpPr>
          <p:cNvPr id="883" name="Google Shape;883;p51"/>
          <p:cNvSpPr txBox="1"/>
          <p:nvPr>
            <p:ph idx="1" type="subTitle"/>
          </p:nvPr>
        </p:nvSpPr>
        <p:spPr>
          <a:xfrm>
            <a:off x="1754475" y="3139046"/>
            <a:ext cx="5635200" cy="444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84" name="Google Shape;884;p51"/>
          <p:cNvGrpSpPr/>
          <p:nvPr/>
        </p:nvGrpSpPr>
        <p:grpSpPr>
          <a:xfrm>
            <a:off x="-1071492" y="-770823"/>
            <a:ext cx="4416234" cy="3046321"/>
            <a:chOff x="-1071492" y="-770823"/>
            <a:chExt cx="4416234" cy="3046321"/>
          </a:xfrm>
        </p:grpSpPr>
        <p:pic>
          <p:nvPicPr>
            <p:cNvPr id="885" name="Google Shape;885;p51"/>
            <p:cNvPicPr preferRelativeResize="0"/>
            <p:nvPr/>
          </p:nvPicPr>
          <p:blipFill rotWithShape="1">
            <a:blip r:embed="rId3">
              <a:alphaModFix/>
            </a:blip>
            <a:srcRect b="0" l="0" r="0" t="0"/>
            <a:stretch/>
          </p:blipFill>
          <p:spPr>
            <a:xfrm flipH="1" rot="4294783">
              <a:off x="-387820" y="-762059"/>
              <a:ext cx="2202094" cy="3028792"/>
            </a:xfrm>
            <a:prstGeom prst="rect">
              <a:avLst/>
            </a:prstGeom>
            <a:noFill/>
            <a:ln>
              <a:noFill/>
            </a:ln>
          </p:spPr>
        </p:pic>
        <p:pic>
          <p:nvPicPr>
            <p:cNvPr id="886" name="Google Shape;886;p51"/>
            <p:cNvPicPr preferRelativeResize="0"/>
            <p:nvPr/>
          </p:nvPicPr>
          <p:blipFill rotWithShape="1">
            <a:blip r:embed="rId4">
              <a:alphaModFix/>
            </a:blip>
            <a:srcRect b="0" l="0" r="0" t="0"/>
            <a:stretch/>
          </p:blipFill>
          <p:spPr>
            <a:xfrm>
              <a:off x="2367625" y="-337989"/>
              <a:ext cx="977117" cy="977125"/>
            </a:xfrm>
            <a:prstGeom prst="rect">
              <a:avLst/>
            </a:prstGeom>
            <a:noFill/>
            <a:ln>
              <a:noFill/>
            </a:ln>
          </p:spPr>
        </p:pic>
      </p:grpSp>
      <p:grpSp>
        <p:nvGrpSpPr>
          <p:cNvPr id="887" name="Google Shape;887;p51"/>
          <p:cNvGrpSpPr/>
          <p:nvPr/>
        </p:nvGrpSpPr>
        <p:grpSpPr>
          <a:xfrm>
            <a:off x="314876" y="3333961"/>
            <a:ext cx="3938677" cy="2236475"/>
            <a:chOff x="314876" y="3333961"/>
            <a:chExt cx="3938677" cy="2236475"/>
          </a:xfrm>
        </p:grpSpPr>
        <p:pic>
          <p:nvPicPr>
            <p:cNvPr id="888" name="Google Shape;888;p51"/>
            <p:cNvPicPr preferRelativeResize="0"/>
            <p:nvPr/>
          </p:nvPicPr>
          <p:blipFill rotWithShape="1">
            <a:blip r:embed="rId5">
              <a:alphaModFix/>
            </a:blip>
            <a:srcRect b="0" l="0" r="0" t="0"/>
            <a:stretch/>
          </p:blipFill>
          <p:spPr>
            <a:xfrm>
              <a:off x="314876" y="3333961"/>
              <a:ext cx="809724" cy="834132"/>
            </a:xfrm>
            <a:prstGeom prst="rect">
              <a:avLst/>
            </a:prstGeom>
            <a:noFill/>
            <a:ln>
              <a:noFill/>
            </a:ln>
          </p:spPr>
        </p:pic>
        <p:pic>
          <p:nvPicPr>
            <p:cNvPr id="889" name="Google Shape;889;p51"/>
            <p:cNvPicPr preferRelativeResize="0"/>
            <p:nvPr/>
          </p:nvPicPr>
          <p:blipFill rotWithShape="1">
            <a:blip r:embed="rId6">
              <a:alphaModFix/>
            </a:blip>
            <a:srcRect b="0" l="0" r="0" t="0"/>
            <a:stretch/>
          </p:blipFill>
          <p:spPr>
            <a:xfrm>
              <a:off x="3434435" y="4381495"/>
              <a:ext cx="819118" cy="638750"/>
            </a:xfrm>
            <a:prstGeom prst="rect">
              <a:avLst/>
            </a:prstGeom>
            <a:noFill/>
            <a:ln>
              <a:noFill/>
            </a:ln>
          </p:spPr>
        </p:pic>
        <p:pic>
          <p:nvPicPr>
            <p:cNvPr id="890" name="Google Shape;890;p51"/>
            <p:cNvPicPr preferRelativeResize="0"/>
            <p:nvPr/>
          </p:nvPicPr>
          <p:blipFill rotWithShape="1">
            <a:blip r:embed="rId7">
              <a:alphaModFix/>
            </a:blip>
            <a:srcRect b="0" l="0" r="0" t="0"/>
            <a:stretch/>
          </p:blipFill>
          <p:spPr>
            <a:xfrm>
              <a:off x="471820" y="4593311"/>
              <a:ext cx="977117" cy="977125"/>
            </a:xfrm>
            <a:prstGeom prst="rect">
              <a:avLst/>
            </a:prstGeom>
            <a:noFill/>
            <a:ln>
              <a:noFill/>
            </a:ln>
          </p:spPr>
        </p:pic>
      </p:grpSp>
      <p:pic>
        <p:nvPicPr>
          <p:cNvPr id="891" name="Google Shape;891;p51"/>
          <p:cNvPicPr preferRelativeResize="0"/>
          <p:nvPr/>
        </p:nvPicPr>
        <p:blipFill rotWithShape="1">
          <a:blip r:embed="rId8">
            <a:alphaModFix/>
          </a:blip>
          <a:srcRect b="9272" l="0" r="6059" t="0"/>
          <a:stretch/>
        </p:blipFill>
        <p:spPr>
          <a:xfrm>
            <a:off x="8019550" y="79200"/>
            <a:ext cx="1859701" cy="1964874"/>
          </a:xfrm>
          <a:prstGeom prst="rect">
            <a:avLst/>
          </a:prstGeom>
          <a:noFill/>
          <a:ln>
            <a:noFill/>
          </a:ln>
        </p:spPr>
      </p:pic>
      <p:pic>
        <p:nvPicPr>
          <p:cNvPr id="892" name="Google Shape;892;p51"/>
          <p:cNvPicPr preferRelativeResize="0"/>
          <p:nvPr/>
        </p:nvPicPr>
        <p:blipFill rotWithShape="1">
          <a:blip r:embed="rId3">
            <a:alphaModFix/>
          </a:blip>
          <a:srcRect b="0" l="0" r="0" t="0"/>
          <a:stretch/>
        </p:blipFill>
        <p:spPr>
          <a:xfrm flipH="1" rot="-8754131">
            <a:off x="7098829" y="2937792"/>
            <a:ext cx="2202096" cy="302879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3" name="Shape 893"/>
        <p:cNvGrpSpPr/>
        <p:nvPr/>
      </p:nvGrpSpPr>
      <p:grpSpPr>
        <a:xfrm>
          <a:off x="0" y="0"/>
          <a:ext cx="0" cy="0"/>
          <a:chOff x="0" y="0"/>
          <a:chExt cx="0" cy="0"/>
        </a:xfrm>
      </p:grpSpPr>
      <p:sp>
        <p:nvSpPr>
          <p:cNvPr id="894" name="Google Shape;894;p52"/>
          <p:cNvSpPr txBox="1"/>
          <p:nvPr>
            <p:ph type="title"/>
          </p:nvPr>
        </p:nvSpPr>
        <p:spPr>
          <a:xfrm>
            <a:off x="715100" y="1777850"/>
            <a:ext cx="3821400" cy="1916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000"/>
              <a:buNone/>
              <a:defRPr sz="59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895" name="Google Shape;895;p52"/>
          <p:cNvSpPr txBox="1"/>
          <p:nvPr>
            <p:ph idx="2" type="title"/>
          </p:nvPr>
        </p:nvSpPr>
        <p:spPr>
          <a:xfrm>
            <a:off x="1764650" y="803961"/>
            <a:ext cx="1722300" cy="95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6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896" name="Google Shape;896;p52"/>
          <p:cNvSpPr txBox="1"/>
          <p:nvPr>
            <p:ph idx="1" type="subTitle"/>
          </p:nvPr>
        </p:nvSpPr>
        <p:spPr>
          <a:xfrm>
            <a:off x="715100" y="3694400"/>
            <a:ext cx="3821400" cy="64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897" name="Google Shape;897;p52"/>
          <p:cNvPicPr preferRelativeResize="0"/>
          <p:nvPr/>
        </p:nvPicPr>
        <p:blipFill rotWithShape="1">
          <a:blip r:embed="rId2">
            <a:alphaModFix/>
          </a:blip>
          <a:srcRect b="0" l="0" r="0" t="0"/>
          <a:stretch/>
        </p:blipFill>
        <p:spPr>
          <a:xfrm>
            <a:off x="7634451" y="-299139"/>
            <a:ext cx="809724" cy="834132"/>
          </a:xfrm>
          <a:prstGeom prst="rect">
            <a:avLst/>
          </a:prstGeom>
          <a:noFill/>
          <a:ln>
            <a:noFill/>
          </a:ln>
        </p:spPr>
      </p:pic>
      <p:pic>
        <p:nvPicPr>
          <p:cNvPr id="898" name="Google Shape;898;p52"/>
          <p:cNvPicPr preferRelativeResize="0"/>
          <p:nvPr/>
        </p:nvPicPr>
        <p:blipFill rotWithShape="1">
          <a:blip r:embed="rId3">
            <a:alphaModFix/>
          </a:blip>
          <a:srcRect b="0" l="0" r="0" t="0"/>
          <a:stretch/>
        </p:blipFill>
        <p:spPr>
          <a:xfrm rot="1920776">
            <a:off x="3717385" y="4404495"/>
            <a:ext cx="819118" cy="638750"/>
          </a:xfrm>
          <a:prstGeom prst="rect">
            <a:avLst/>
          </a:prstGeom>
          <a:noFill/>
          <a:ln>
            <a:noFill/>
          </a:ln>
        </p:spPr>
      </p:pic>
      <p:pic>
        <p:nvPicPr>
          <p:cNvPr id="899" name="Google Shape;899;p52"/>
          <p:cNvPicPr preferRelativeResize="0"/>
          <p:nvPr/>
        </p:nvPicPr>
        <p:blipFill rotWithShape="1">
          <a:blip r:embed="rId4">
            <a:alphaModFix/>
          </a:blip>
          <a:srcRect b="0" l="0" r="0" t="0"/>
          <a:stretch/>
        </p:blipFill>
        <p:spPr>
          <a:xfrm flipH="1" rot="4209962">
            <a:off x="-387822" y="-762061"/>
            <a:ext cx="2202096" cy="3028796"/>
          </a:xfrm>
          <a:prstGeom prst="rect">
            <a:avLst/>
          </a:prstGeom>
          <a:noFill/>
          <a:ln>
            <a:noFill/>
          </a:ln>
        </p:spPr>
      </p:pic>
      <p:pic>
        <p:nvPicPr>
          <p:cNvPr id="900" name="Google Shape;900;p52"/>
          <p:cNvPicPr preferRelativeResize="0"/>
          <p:nvPr/>
        </p:nvPicPr>
        <p:blipFill rotWithShape="1">
          <a:blip r:embed="rId5">
            <a:alphaModFix/>
          </a:blip>
          <a:srcRect b="0" l="0" r="0" t="0"/>
          <a:stretch/>
        </p:blipFill>
        <p:spPr>
          <a:xfrm>
            <a:off x="8058752" y="1066179"/>
            <a:ext cx="1124450" cy="107323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1" name="Shape 901"/>
        <p:cNvGrpSpPr/>
        <p:nvPr/>
      </p:nvGrpSpPr>
      <p:grpSpPr>
        <a:xfrm>
          <a:off x="0" y="0"/>
          <a:ext cx="0" cy="0"/>
          <a:chOff x="0" y="0"/>
          <a:chExt cx="0" cy="0"/>
        </a:xfrm>
      </p:grpSpPr>
      <p:sp>
        <p:nvSpPr>
          <p:cNvPr id="902" name="Google Shape;902;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03" name="Google Shape;903;p53"/>
          <p:cNvGrpSpPr/>
          <p:nvPr/>
        </p:nvGrpSpPr>
        <p:grpSpPr>
          <a:xfrm>
            <a:off x="7053989" y="-460973"/>
            <a:ext cx="3008266" cy="3794177"/>
            <a:chOff x="7053989" y="-460973"/>
            <a:chExt cx="3008266" cy="3794177"/>
          </a:xfrm>
        </p:grpSpPr>
        <p:pic>
          <p:nvPicPr>
            <p:cNvPr id="904" name="Google Shape;904;p53"/>
            <p:cNvPicPr preferRelativeResize="0"/>
            <p:nvPr/>
          </p:nvPicPr>
          <p:blipFill rotWithShape="1">
            <a:blip r:embed="rId2">
              <a:alphaModFix/>
            </a:blip>
            <a:srcRect b="0" l="0" r="0" t="0"/>
            <a:stretch/>
          </p:blipFill>
          <p:spPr>
            <a:xfrm flipH="1" rot="-10422309">
              <a:off x="7700751" y="-271067"/>
              <a:ext cx="2202096" cy="3028796"/>
            </a:xfrm>
            <a:prstGeom prst="rect">
              <a:avLst/>
            </a:prstGeom>
            <a:noFill/>
            <a:ln>
              <a:noFill/>
            </a:ln>
          </p:spPr>
        </p:pic>
        <p:grpSp>
          <p:nvGrpSpPr>
            <p:cNvPr id="905" name="Google Shape;905;p53"/>
            <p:cNvGrpSpPr/>
            <p:nvPr/>
          </p:nvGrpSpPr>
          <p:grpSpPr>
            <a:xfrm>
              <a:off x="7053989" y="-460973"/>
              <a:ext cx="2270190" cy="3794177"/>
              <a:chOff x="7053989" y="-460973"/>
              <a:chExt cx="2270190" cy="3794177"/>
            </a:xfrm>
          </p:grpSpPr>
          <p:pic>
            <p:nvPicPr>
              <p:cNvPr id="906" name="Google Shape;906;p53"/>
              <p:cNvPicPr preferRelativeResize="0"/>
              <p:nvPr/>
            </p:nvPicPr>
            <p:blipFill rotWithShape="1">
              <a:blip r:embed="rId3">
                <a:alphaModFix/>
              </a:blip>
              <a:srcRect b="0" l="0" r="0" t="0"/>
              <a:stretch/>
            </p:blipFill>
            <p:spPr>
              <a:xfrm flipH="1" rot="10800000">
                <a:off x="7053989" y="-92101"/>
                <a:ext cx="355813" cy="324416"/>
              </a:xfrm>
              <a:prstGeom prst="rect">
                <a:avLst/>
              </a:prstGeom>
              <a:noFill/>
              <a:ln>
                <a:noFill/>
              </a:ln>
            </p:spPr>
          </p:pic>
          <p:pic>
            <p:nvPicPr>
              <p:cNvPr id="907" name="Google Shape;907;p53"/>
              <p:cNvPicPr preferRelativeResize="0"/>
              <p:nvPr/>
            </p:nvPicPr>
            <p:blipFill rotWithShape="1">
              <a:blip r:embed="rId4">
                <a:alphaModFix/>
              </a:blip>
              <a:srcRect b="0" l="0" r="0" t="0"/>
              <a:stretch/>
            </p:blipFill>
            <p:spPr>
              <a:xfrm flipH="1" rot="10800000">
                <a:off x="8347054" y="-460973"/>
                <a:ext cx="977125" cy="977125"/>
              </a:xfrm>
              <a:prstGeom prst="rect">
                <a:avLst/>
              </a:prstGeom>
              <a:noFill/>
              <a:ln>
                <a:noFill/>
              </a:ln>
            </p:spPr>
          </p:pic>
          <p:pic>
            <p:nvPicPr>
              <p:cNvPr id="908" name="Google Shape;908;p53"/>
              <p:cNvPicPr preferRelativeResize="0"/>
              <p:nvPr/>
            </p:nvPicPr>
            <p:blipFill rotWithShape="1">
              <a:blip r:embed="rId5">
                <a:alphaModFix/>
              </a:blip>
              <a:srcRect b="0" l="0" r="0" t="0"/>
              <a:stretch/>
            </p:blipFill>
            <p:spPr>
              <a:xfrm flipH="1" rot="10800000">
                <a:off x="8516628" y="2778558"/>
                <a:ext cx="570347" cy="554646"/>
              </a:xfrm>
              <a:prstGeom prst="rect">
                <a:avLst/>
              </a:prstGeom>
              <a:noFill/>
              <a:ln>
                <a:noFill/>
              </a:ln>
            </p:spPr>
          </p:pic>
        </p:grpSp>
      </p:grpSp>
      <p:grpSp>
        <p:nvGrpSpPr>
          <p:cNvPr id="909" name="Google Shape;909;p53"/>
          <p:cNvGrpSpPr/>
          <p:nvPr/>
        </p:nvGrpSpPr>
        <p:grpSpPr>
          <a:xfrm>
            <a:off x="-268592" y="-177124"/>
            <a:ext cx="1320479" cy="1328644"/>
            <a:chOff x="-268592" y="-177124"/>
            <a:chExt cx="1320479" cy="1328644"/>
          </a:xfrm>
        </p:grpSpPr>
        <p:pic>
          <p:nvPicPr>
            <p:cNvPr id="910" name="Google Shape;910;p53"/>
            <p:cNvPicPr preferRelativeResize="0"/>
            <p:nvPr/>
          </p:nvPicPr>
          <p:blipFill rotWithShape="1">
            <a:blip r:embed="rId6">
              <a:alphaModFix/>
            </a:blip>
            <a:srcRect b="0" l="0" r="0" t="0"/>
            <a:stretch/>
          </p:blipFill>
          <p:spPr>
            <a:xfrm flipH="1" rot="10800000">
              <a:off x="540406" y="-177124"/>
              <a:ext cx="511481" cy="409444"/>
            </a:xfrm>
            <a:prstGeom prst="rect">
              <a:avLst/>
            </a:prstGeom>
            <a:noFill/>
            <a:ln>
              <a:noFill/>
            </a:ln>
          </p:spPr>
        </p:pic>
        <p:pic>
          <p:nvPicPr>
            <p:cNvPr id="911" name="Google Shape;911;p53"/>
            <p:cNvPicPr preferRelativeResize="0"/>
            <p:nvPr/>
          </p:nvPicPr>
          <p:blipFill rotWithShape="1">
            <a:blip r:embed="rId7">
              <a:alphaModFix/>
            </a:blip>
            <a:srcRect b="0" l="0" r="0" t="0"/>
            <a:stretch/>
          </p:blipFill>
          <p:spPr>
            <a:xfrm flipH="1" rot="10800000">
              <a:off x="32447" y="115404"/>
              <a:ext cx="507952" cy="484800"/>
            </a:xfrm>
            <a:prstGeom prst="rect">
              <a:avLst/>
            </a:prstGeom>
            <a:noFill/>
            <a:ln>
              <a:noFill/>
            </a:ln>
          </p:spPr>
        </p:pic>
        <p:pic>
          <p:nvPicPr>
            <p:cNvPr id="912" name="Google Shape;912;p53"/>
            <p:cNvPicPr preferRelativeResize="0"/>
            <p:nvPr/>
          </p:nvPicPr>
          <p:blipFill rotWithShape="1">
            <a:blip r:embed="rId8">
              <a:alphaModFix/>
            </a:blip>
            <a:srcRect b="0" l="0" r="0" t="0"/>
            <a:stretch/>
          </p:blipFill>
          <p:spPr>
            <a:xfrm flipH="1" rot="10800000">
              <a:off x="-268592" y="666205"/>
              <a:ext cx="554649" cy="485315"/>
            </a:xfrm>
            <a:prstGeom prst="rect">
              <a:avLst/>
            </a:prstGeom>
            <a:noFill/>
            <a:ln>
              <a:noFill/>
            </a:ln>
          </p:spPr>
        </p:pic>
      </p:grpSp>
      <p:grpSp>
        <p:nvGrpSpPr>
          <p:cNvPr id="913" name="Google Shape;913;p53"/>
          <p:cNvGrpSpPr/>
          <p:nvPr/>
        </p:nvGrpSpPr>
        <p:grpSpPr>
          <a:xfrm>
            <a:off x="-1051225" y="2363195"/>
            <a:ext cx="3418878" cy="3616745"/>
            <a:chOff x="-1051225" y="2363195"/>
            <a:chExt cx="3418878" cy="3616745"/>
          </a:xfrm>
        </p:grpSpPr>
        <p:pic>
          <p:nvPicPr>
            <p:cNvPr id="914" name="Google Shape;914;p53"/>
            <p:cNvPicPr preferRelativeResize="0"/>
            <p:nvPr/>
          </p:nvPicPr>
          <p:blipFill rotWithShape="1">
            <a:blip r:embed="rId2">
              <a:alphaModFix/>
            </a:blip>
            <a:srcRect b="0" l="0" r="0" t="0"/>
            <a:stretch/>
          </p:blipFill>
          <p:spPr>
            <a:xfrm flipH="1" rot="-1259860">
              <a:off x="-581686" y="2657170"/>
              <a:ext cx="2202096" cy="3028795"/>
            </a:xfrm>
            <a:prstGeom prst="rect">
              <a:avLst/>
            </a:prstGeom>
            <a:noFill/>
            <a:ln>
              <a:noFill/>
            </a:ln>
          </p:spPr>
        </p:pic>
        <p:pic>
          <p:nvPicPr>
            <p:cNvPr id="915" name="Google Shape;915;p53"/>
            <p:cNvPicPr preferRelativeResize="0"/>
            <p:nvPr/>
          </p:nvPicPr>
          <p:blipFill rotWithShape="1">
            <a:blip r:embed="rId9">
              <a:alphaModFix/>
            </a:blip>
            <a:srcRect b="0" l="0" r="0" t="0"/>
            <a:stretch/>
          </p:blipFill>
          <p:spPr>
            <a:xfrm flipH="1" rot="10800000">
              <a:off x="134734" y="2554334"/>
              <a:ext cx="374127" cy="354503"/>
            </a:xfrm>
            <a:prstGeom prst="rect">
              <a:avLst/>
            </a:prstGeom>
            <a:noFill/>
            <a:ln>
              <a:noFill/>
            </a:ln>
          </p:spPr>
        </p:pic>
        <p:pic>
          <p:nvPicPr>
            <p:cNvPr id="916" name="Google Shape;916;p53"/>
            <p:cNvPicPr preferRelativeResize="0"/>
            <p:nvPr/>
          </p:nvPicPr>
          <p:blipFill rotWithShape="1">
            <a:blip r:embed="rId10">
              <a:alphaModFix/>
            </a:blip>
            <a:srcRect b="0" l="0" r="0" t="0"/>
            <a:stretch/>
          </p:blipFill>
          <p:spPr>
            <a:xfrm flipH="1" rot="10800000">
              <a:off x="-436730" y="3601031"/>
              <a:ext cx="977117" cy="977125"/>
            </a:xfrm>
            <a:prstGeom prst="rect">
              <a:avLst/>
            </a:prstGeom>
            <a:noFill/>
            <a:ln>
              <a:noFill/>
            </a:ln>
          </p:spPr>
        </p:pic>
        <p:pic>
          <p:nvPicPr>
            <p:cNvPr id="917" name="Google Shape;917;p53"/>
            <p:cNvPicPr preferRelativeResize="0"/>
            <p:nvPr/>
          </p:nvPicPr>
          <p:blipFill rotWithShape="1">
            <a:blip r:embed="rId11">
              <a:alphaModFix/>
            </a:blip>
            <a:srcRect b="0" l="0" r="0" t="0"/>
            <a:stretch/>
          </p:blipFill>
          <p:spPr>
            <a:xfrm flipH="1" rot="10800000">
              <a:off x="1724051" y="4656732"/>
              <a:ext cx="643602" cy="499705"/>
            </a:xfrm>
            <a:prstGeom prst="rect">
              <a:avLst/>
            </a:prstGeom>
            <a:noFill/>
            <a:ln>
              <a:noFill/>
            </a:ln>
          </p:spPr>
        </p:pic>
      </p:grpSp>
      <p:grpSp>
        <p:nvGrpSpPr>
          <p:cNvPr id="918" name="Google Shape;918;p53"/>
          <p:cNvGrpSpPr/>
          <p:nvPr/>
        </p:nvGrpSpPr>
        <p:grpSpPr>
          <a:xfrm>
            <a:off x="7798171" y="4355859"/>
            <a:ext cx="1525996" cy="1281760"/>
            <a:chOff x="7798171" y="4355859"/>
            <a:chExt cx="1525996" cy="1281760"/>
          </a:xfrm>
        </p:grpSpPr>
        <p:pic>
          <p:nvPicPr>
            <p:cNvPr id="919" name="Google Shape;919;p53"/>
            <p:cNvPicPr preferRelativeResize="0"/>
            <p:nvPr/>
          </p:nvPicPr>
          <p:blipFill rotWithShape="1">
            <a:blip r:embed="rId12">
              <a:alphaModFix/>
            </a:blip>
            <a:srcRect b="0" l="0" r="0" t="0"/>
            <a:stretch/>
          </p:blipFill>
          <p:spPr>
            <a:xfrm flipH="1" rot="10800000">
              <a:off x="8552502" y="4355859"/>
              <a:ext cx="570347" cy="444763"/>
            </a:xfrm>
            <a:prstGeom prst="rect">
              <a:avLst/>
            </a:prstGeom>
            <a:noFill/>
            <a:ln>
              <a:noFill/>
            </a:ln>
          </p:spPr>
        </p:pic>
        <p:pic>
          <p:nvPicPr>
            <p:cNvPr id="920" name="Google Shape;920;p53"/>
            <p:cNvPicPr preferRelativeResize="0"/>
            <p:nvPr/>
          </p:nvPicPr>
          <p:blipFill rotWithShape="1">
            <a:blip r:embed="rId13">
              <a:alphaModFix/>
            </a:blip>
            <a:srcRect b="0" l="0" r="0" t="0"/>
            <a:stretch/>
          </p:blipFill>
          <p:spPr>
            <a:xfrm flipH="1" rot="10800000">
              <a:off x="7798171" y="4754834"/>
              <a:ext cx="444766" cy="303486"/>
            </a:xfrm>
            <a:prstGeom prst="rect">
              <a:avLst/>
            </a:prstGeom>
            <a:noFill/>
            <a:ln>
              <a:noFill/>
            </a:ln>
          </p:spPr>
        </p:pic>
        <p:pic>
          <p:nvPicPr>
            <p:cNvPr id="921" name="Google Shape;921;p53"/>
            <p:cNvPicPr preferRelativeResize="0"/>
            <p:nvPr/>
          </p:nvPicPr>
          <p:blipFill rotWithShape="1">
            <a:blip r:embed="rId14">
              <a:alphaModFix/>
            </a:blip>
            <a:srcRect b="0" l="0" r="0" t="0"/>
            <a:stretch/>
          </p:blipFill>
          <p:spPr>
            <a:xfrm flipH="1" rot="10800000">
              <a:off x="8347050" y="4660494"/>
              <a:ext cx="977117" cy="977125"/>
            </a:xfrm>
            <a:prstGeom prst="rect">
              <a:avLst/>
            </a:prstGeom>
            <a:noFill/>
            <a:ln>
              <a:noFill/>
            </a:ln>
          </p:spPr>
        </p:pic>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22" name="Shape 922"/>
        <p:cNvGrpSpPr/>
        <p:nvPr/>
      </p:nvGrpSpPr>
      <p:grpSpPr>
        <a:xfrm>
          <a:off x="0" y="0"/>
          <a:ext cx="0" cy="0"/>
          <a:chOff x="0" y="0"/>
          <a:chExt cx="0" cy="0"/>
        </a:xfrm>
      </p:grpSpPr>
      <p:sp>
        <p:nvSpPr>
          <p:cNvPr id="923" name="Google Shape;923;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24" name="Google Shape;924;p54"/>
          <p:cNvGrpSpPr/>
          <p:nvPr/>
        </p:nvGrpSpPr>
        <p:grpSpPr>
          <a:xfrm>
            <a:off x="-1260034" y="-1217188"/>
            <a:ext cx="3740618" cy="3504363"/>
            <a:chOff x="-1260034" y="-1217188"/>
            <a:chExt cx="3740618" cy="3504363"/>
          </a:xfrm>
        </p:grpSpPr>
        <p:pic>
          <p:nvPicPr>
            <p:cNvPr id="925" name="Google Shape;925;p54"/>
            <p:cNvPicPr preferRelativeResize="0"/>
            <p:nvPr/>
          </p:nvPicPr>
          <p:blipFill rotWithShape="1">
            <a:blip r:embed="rId2">
              <a:alphaModFix/>
            </a:blip>
            <a:srcRect b="0" l="0" r="0" t="0"/>
            <a:stretch/>
          </p:blipFill>
          <p:spPr>
            <a:xfrm flipH="1" rot="10800000">
              <a:off x="1724056" y="-134611"/>
              <a:ext cx="511481" cy="409444"/>
            </a:xfrm>
            <a:prstGeom prst="rect">
              <a:avLst/>
            </a:prstGeom>
            <a:noFill/>
            <a:ln>
              <a:noFill/>
            </a:ln>
          </p:spPr>
        </p:pic>
        <p:pic>
          <p:nvPicPr>
            <p:cNvPr id="926" name="Google Shape;926;p54"/>
            <p:cNvPicPr preferRelativeResize="0"/>
            <p:nvPr/>
          </p:nvPicPr>
          <p:blipFill rotWithShape="1">
            <a:blip r:embed="rId3">
              <a:alphaModFix/>
            </a:blip>
            <a:srcRect b="0" l="0" r="0" t="0"/>
            <a:stretch/>
          </p:blipFill>
          <p:spPr>
            <a:xfrm flipH="1" rot="3399510">
              <a:off x="-490773" y="-979404"/>
              <a:ext cx="2202096" cy="3028795"/>
            </a:xfrm>
            <a:prstGeom prst="rect">
              <a:avLst/>
            </a:prstGeom>
            <a:noFill/>
            <a:ln>
              <a:noFill/>
            </a:ln>
          </p:spPr>
        </p:pic>
        <p:pic>
          <p:nvPicPr>
            <p:cNvPr id="927" name="Google Shape;927;p54"/>
            <p:cNvPicPr preferRelativeResize="0"/>
            <p:nvPr/>
          </p:nvPicPr>
          <p:blipFill rotWithShape="1">
            <a:blip r:embed="rId4">
              <a:alphaModFix/>
            </a:blip>
            <a:srcRect b="0" l="0" r="0" t="0"/>
            <a:stretch/>
          </p:blipFill>
          <p:spPr>
            <a:xfrm flipH="1" rot="10800000">
              <a:off x="-145292" y="666205"/>
              <a:ext cx="554649" cy="485315"/>
            </a:xfrm>
            <a:prstGeom prst="rect">
              <a:avLst/>
            </a:prstGeom>
            <a:noFill/>
            <a:ln>
              <a:noFill/>
            </a:ln>
          </p:spPr>
        </p:pic>
        <p:pic>
          <p:nvPicPr>
            <p:cNvPr id="928" name="Google Shape;928;p54"/>
            <p:cNvPicPr preferRelativeResize="0"/>
            <p:nvPr/>
          </p:nvPicPr>
          <p:blipFill rotWithShape="1">
            <a:blip r:embed="rId5">
              <a:alphaModFix/>
            </a:blip>
            <a:srcRect b="0" l="0" r="0" t="0"/>
            <a:stretch/>
          </p:blipFill>
          <p:spPr>
            <a:xfrm flipH="1" rot="10800000">
              <a:off x="120234" y="1439784"/>
              <a:ext cx="374127" cy="354503"/>
            </a:xfrm>
            <a:prstGeom prst="rect">
              <a:avLst/>
            </a:prstGeom>
            <a:noFill/>
            <a:ln>
              <a:noFill/>
            </a:ln>
          </p:spPr>
        </p:pic>
      </p:grpSp>
      <p:grpSp>
        <p:nvGrpSpPr>
          <p:cNvPr id="929" name="Google Shape;929;p54"/>
          <p:cNvGrpSpPr/>
          <p:nvPr/>
        </p:nvGrpSpPr>
        <p:grpSpPr>
          <a:xfrm>
            <a:off x="7940333" y="-532094"/>
            <a:ext cx="1073181" cy="1301534"/>
            <a:chOff x="7940333" y="-532094"/>
            <a:chExt cx="1073181" cy="1301534"/>
          </a:xfrm>
        </p:grpSpPr>
        <p:pic>
          <p:nvPicPr>
            <p:cNvPr id="930" name="Google Shape;930;p54"/>
            <p:cNvPicPr preferRelativeResize="0"/>
            <p:nvPr/>
          </p:nvPicPr>
          <p:blipFill rotWithShape="1">
            <a:blip r:embed="rId6">
              <a:alphaModFix/>
            </a:blip>
            <a:srcRect b="0" l="0" r="0" t="0"/>
            <a:stretch/>
          </p:blipFill>
          <p:spPr>
            <a:xfrm flipH="1" rot="10800000">
              <a:off x="7940333" y="-532094"/>
              <a:ext cx="977117" cy="977125"/>
            </a:xfrm>
            <a:prstGeom prst="rect">
              <a:avLst/>
            </a:prstGeom>
            <a:noFill/>
            <a:ln>
              <a:noFill/>
            </a:ln>
          </p:spPr>
        </p:pic>
        <p:pic>
          <p:nvPicPr>
            <p:cNvPr id="931" name="Google Shape;931;p54"/>
            <p:cNvPicPr preferRelativeResize="0"/>
            <p:nvPr/>
          </p:nvPicPr>
          <p:blipFill rotWithShape="1">
            <a:blip r:embed="rId7">
              <a:alphaModFix/>
            </a:blip>
            <a:srcRect b="0" l="0" r="0" t="0"/>
            <a:stretch/>
          </p:blipFill>
          <p:spPr>
            <a:xfrm flipH="1" rot="10800000">
              <a:off x="8657701" y="445024"/>
              <a:ext cx="355813" cy="324416"/>
            </a:xfrm>
            <a:prstGeom prst="rect">
              <a:avLst/>
            </a:prstGeom>
            <a:noFill/>
            <a:ln>
              <a:noFill/>
            </a:ln>
          </p:spPr>
        </p:pic>
      </p:grpSp>
      <p:grpSp>
        <p:nvGrpSpPr>
          <p:cNvPr id="932" name="Google Shape;932;p54"/>
          <p:cNvGrpSpPr/>
          <p:nvPr/>
        </p:nvGrpSpPr>
        <p:grpSpPr>
          <a:xfrm>
            <a:off x="7139188" y="2048033"/>
            <a:ext cx="3392848" cy="4344871"/>
            <a:chOff x="7139188" y="2048033"/>
            <a:chExt cx="3392848" cy="4344871"/>
          </a:xfrm>
        </p:grpSpPr>
        <p:pic>
          <p:nvPicPr>
            <p:cNvPr id="933" name="Google Shape;933;p54"/>
            <p:cNvPicPr preferRelativeResize="0"/>
            <p:nvPr/>
          </p:nvPicPr>
          <p:blipFill rotWithShape="1">
            <a:blip r:embed="rId8">
              <a:alphaModFix/>
            </a:blip>
            <a:srcRect b="0" l="0" r="0" t="0"/>
            <a:stretch/>
          </p:blipFill>
          <p:spPr>
            <a:xfrm flipH="1" rot="10800000">
              <a:off x="8550440" y="2048033"/>
              <a:ext cx="570347" cy="554646"/>
            </a:xfrm>
            <a:prstGeom prst="rect">
              <a:avLst/>
            </a:prstGeom>
            <a:noFill/>
            <a:ln>
              <a:noFill/>
            </a:ln>
          </p:spPr>
        </p:pic>
        <p:pic>
          <p:nvPicPr>
            <p:cNvPr id="934" name="Google Shape;934;p54"/>
            <p:cNvPicPr preferRelativeResize="0"/>
            <p:nvPr/>
          </p:nvPicPr>
          <p:blipFill rotWithShape="1">
            <a:blip r:embed="rId9">
              <a:alphaModFix/>
            </a:blip>
            <a:srcRect b="0" l="0" r="0" t="0"/>
            <a:stretch/>
          </p:blipFill>
          <p:spPr>
            <a:xfrm flipH="1" rot="10800000">
              <a:off x="8649675" y="3482056"/>
              <a:ext cx="977117" cy="977125"/>
            </a:xfrm>
            <a:prstGeom prst="rect">
              <a:avLst/>
            </a:prstGeom>
            <a:noFill/>
            <a:ln>
              <a:noFill/>
            </a:ln>
          </p:spPr>
        </p:pic>
        <p:pic>
          <p:nvPicPr>
            <p:cNvPr id="935" name="Google Shape;935;p54"/>
            <p:cNvPicPr preferRelativeResize="0"/>
            <p:nvPr/>
          </p:nvPicPr>
          <p:blipFill rotWithShape="1">
            <a:blip r:embed="rId10">
              <a:alphaModFix/>
            </a:blip>
            <a:srcRect b="0" l="0" r="0" t="0"/>
            <a:stretch/>
          </p:blipFill>
          <p:spPr>
            <a:xfrm flipH="1" rot="-7141680">
              <a:off x="7664822" y="4908159"/>
              <a:ext cx="444766" cy="303486"/>
            </a:xfrm>
            <a:prstGeom prst="rect">
              <a:avLst/>
            </a:prstGeom>
            <a:noFill/>
            <a:ln>
              <a:noFill/>
            </a:ln>
          </p:spPr>
        </p:pic>
        <p:pic>
          <p:nvPicPr>
            <p:cNvPr id="936" name="Google Shape;936;p54"/>
            <p:cNvPicPr preferRelativeResize="0"/>
            <p:nvPr/>
          </p:nvPicPr>
          <p:blipFill rotWithShape="1">
            <a:blip r:embed="rId11">
              <a:alphaModFix/>
            </a:blip>
            <a:srcRect b="0" l="0" r="0" t="0"/>
            <a:stretch/>
          </p:blipFill>
          <p:spPr>
            <a:xfrm flipH="1" rot="10800000">
              <a:off x="8428902" y="4589871"/>
              <a:ext cx="570347" cy="444763"/>
            </a:xfrm>
            <a:prstGeom prst="rect">
              <a:avLst/>
            </a:prstGeom>
            <a:noFill/>
            <a:ln>
              <a:noFill/>
            </a:ln>
          </p:spPr>
        </p:pic>
        <p:pic>
          <p:nvPicPr>
            <p:cNvPr id="937" name="Google Shape;937;p54"/>
            <p:cNvPicPr preferRelativeResize="0"/>
            <p:nvPr/>
          </p:nvPicPr>
          <p:blipFill rotWithShape="1">
            <a:blip r:embed="rId3">
              <a:alphaModFix/>
            </a:blip>
            <a:srcRect b="0" l="0" r="0" t="0"/>
            <a:stretch/>
          </p:blipFill>
          <p:spPr>
            <a:xfrm flipH="1" rot="-9063341">
              <a:off x="7734564" y="3020408"/>
              <a:ext cx="2202097" cy="3028796"/>
            </a:xfrm>
            <a:prstGeom prst="rect">
              <a:avLst/>
            </a:prstGeom>
            <a:noFill/>
            <a:ln>
              <a:noFill/>
            </a:ln>
          </p:spPr>
        </p:pic>
      </p:grpSp>
      <p:grpSp>
        <p:nvGrpSpPr>
          <p:cNvPr id="938" name="Google Shape;938;p54"/>
          <p:cNvGrpSpPr/>
          <p:nvPr/>
        </p:nvGrpSpPr>
        <p:grpSpPr>
          <a:xfrm>
            <a:off x="-261996" y="3791654"/>
            <a:ext cx="1924799" cy="1644648"/>
            <a:chOff x="-261996" y="3791654"/>
            <a:chExt cx="1924799" cy="1644648"/>
          </a:xfrm>
        </p:grpSpPr>
        <p:pic>
          <p:nvPicPr>
            <p:cNvPr id="939" name="Google Shape;939;p54"/>
            <p:cNvPicPr preferRelativeResize="0"/>
            <p:nvPr/>
          </p:nvPicPr>
          <p:blipFill rotWithShape="1">
            <a:blip r:embed="rId12">
              <a:alphaModFix/>
            </a:blip>
            <a:srcRect b="0" l="0" r="0" t="0"/>
            <a:stretch/>
          </p:blipFill>
          <p:spPr>
            <a:xfrm flipH="1" rot="10800000">
              <a:off x="53322" y="3791654"/>
              <a:ext cx="507952" cy="484800"/>
            </a:xfrm>
            <a:prstGeom prst="rect">
              <a:avLst/>
            </a:prstGeom>
            <a:noFill/>
            <a:ln>
              <a:noFill/>
            </a:ln>
          </p:spPr>
        </p:pic>
        <p:pic>
          <p:nvPicPr>
            <p:cNvPr id="940" name="Google Shape;940;p54"/>
            <p:cNvPicPr preferRelativeResize="0"/>
            <p:nvPr/>
          </p:nvPicPr>
          <p:blipFill rotWithShape="1">
            <a:blip r:embed="rId13">
              <a:alphaModFix/>
            </a:blip>
            <a:srcRect b="0" l="0" r="0" t="0"/>
            <a:stretch/>
          </p:blipFill>
          <p:spPr>
            <a:xfrm flipH="1" rot="10800000">
              <a:off x="1019201" y="4562407"/>
              <a:ext cx="643602" cy="499705"/>
            </a:xfrm>
            <a:prstGeom prst="rect">
              <a:avLst/>
            </a:prstGeom>
            <a:noFill/>
            <a:ln>
              <a:noFill/>
            </a:ln>
          </p:spPr>
        </p:pic>
        <p:pic>
          <p:nvPicPr>
            <p:cNvPr id="941" name="Google Shape;941;p54"/>
            <p:cNvPicPr preferRelativeResize="0"/>
            <p:nvPr/>
          </p:nvPicPr>
          <p:blipFill rotWithShape="1">
            <a:blip r:embed="rId14">
              <a:alphaModFix/>
            </a:blip>
            <a:srcRect b="0" l="0" r="0" t="0"/>
            <a:stretch/>
          </p:blipFill>
          <p:spPr>
            <a:xfrm flipH="1" rot="10800000">
              <a:off x="-261996" y="4459177"/>
              <a:ext cx="977125" cy="977125"/>
            </a:xfrm>
            <a:prstGeom prst="rect">
              <a:avLst/>
            </a:prstGeom>
            <a:noFill/>
            <a:ln>
              <a:noFill/>
            </a:ln>
          </p:spPr>
        </p:pic>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942" name="Shape 942"/>
        <p:cNvGrpSpPr/>
        <p:nvPr/>
      </p:nvGrpSpPr>
      <p:grpSpPr>
        <a:xfrm>
          <a:off x="0" y="0"/>
          <a:ext cx="0" cy="0"/>
          <a:chOff x="0" y="0"/>
          <a:chExt cx="0" cy="0"/>
        </a:xfrm>
      </p:grpSpPr>
      <p:sp>
        <p:nvSpPr>
          <p:cNvPr id="943" name="Google Shape;943;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44" name="Google Shape;944;p55"/>
          <p:cNvGrpSpPr/>
          <p:nvPr/>
        </p:nvGrpSpPr>
        <p:grpSpPr>
          <a:xfrm flipH="1" rot="10800000">
            <a:off x="7139188" y="-1217188"/>
            <a:ext cx="3392848" cy="4344871"/>
            <a:chOff x="7139188" y="2048033"/>
            <a:chExt cx="3392848" cy="4344871"/>
          </a:xfrm>
        </p:grpSpPr>
        <p:pic>
          <p:nvPicPr>
            <p:cNvPr id="945" name="Google Shape;945;p55"/>
            <p:cNvPicPr preferRelativeResize="0"/>
            <p:nvPr/>
          </p:nvPicPr>
          <p:blipFill rotWithShape="1">
            <a:blip r:embed="rId2">
              <a:alphaModFix/>
            </a:blip>
            <a:srcRect b="0" l="0" r="0" t="0"/>
            <a:stretch/>
          </p:blipFill>
          <p:spPr>
            <a:xfrm flipH="1" rot="-9063341">
              <a:off x="7734564" y="3020408"/>
              <a:ext cx="2202097" cy="3028796"/>
            </a:xfrm>
            <a:prstGeom prst="rect">
              <a:avLst/>
            </a:prstGeom>
            <a:noFill/>
            <a:ln>
              <a:noFill/>
            </a:ln>
          </p:spPr>
        </p:pic>
        <p:pic>
          <p:nvPicPr>
            <p:cNvPr id="946" name="Google Shape;946;p55"/>
            <p:cNvPicPr preferRelativeResize="0"/>
            <p:nvPr/>
          </p:nvPicPr>
          <p:blipFill rotWithShape="1">
            <a:blip r:embed="rId3">
              <a:alphaModFix/>
            </a:blip>
            <a:srcRect b="0" l="0" r="0" t="0"/>
            <a:stretch/>
          </p:blipFill>
          <p:spPr>
            <a:xfrm flipH="1" rot="10800000">
              <a:off x="8550440" y="2048033"/>
              <a:ext cx="570347" cy="554646"/>
            </a:xfrm>
            <a:prstGeom prst="rect">
              <a:avLst/>
            </a:prstGeom>
            <a:noFill/>
            <a:ln>
              <a:noFill/>
            </a:ln>
          </p:spPr>
        </p:pic>
        <p:pic>
          <p:nvPicPr>
            <p:cNvPr id="947" name="Google Shape;947;p55"/>
            <p:cNvPicPr preferRelativeResize="0"/>
            <p:nvPr/>
          </p:nvPicPr>
          <p:blipFill rotWithShape="1">
            <a:blip r:embed="rId4">
              <a:alphaModFix/>
            </a:blip>
            <a:srcRect b="0" l="0" r="0" t="0"/>
            <a:stretch/>
          </p:blipFill>
          <p:spPr>
            <a:xfrm flipH="1" rot="10800000">
              <a:off x="8649675" y="3482056"/>
              <a:ext cx="977117" cy="977125"/>
            </a:xfrm>
            <a:prstGeom prst="rect">
              <a:avLst/>
            </a:prstGeom>
            <a:noFill/>
            <a:ln>
              <a:noFill/>
            </a:ln>
          </p:spPr>
        </p:pic>
        <p:pic>
          <p:nvPicPr>
            <p:cNvPr id="948" name="Google Shape;948;p55"/>
            <p:cNvPicPr preferRelativeResize="0"/>
            <p:nvPr/>
          </p:nvPicPr>
          <p:blipFill rotWithShape="1">
            <a:blip r:embed="rId5">
              <a:alphaModFix/>
            </a:blip>
            <a:srcRect b="0" l="0" r="0" t="0"/>
            <a:stretch/>
          </p:blipFill>
          <p:spPr>
            <a:xfrm flipH="1" rot="-7141680">
              <a:off x="7664822" y="4908159"/>
              <a:ext cx="444766" cy="303486"/>
            </a:xfrm>
            <a:prstGeom prst="rect">
              <a:avLst/>
            </a:prstGeom>
            <a:noFill/>
            <a:ln>
              <a:noFill/>
            </a:ln>
          </p:spPr>
        </p:pic>
        <p:pic>
          <p:nvPicPr>
            <p:cNvPr id="949" name="Google Shape;949;p55"/>
            <p:cNvPicPr preferRelativeResize="0"/>
            <p:nvPr/>
          </p:nvPicPr>
          <p:blipFill rotWithShape="1">
            <a:blip r:embed="rId6">
              <a:alphaModFix/>
            </a:blip>
            <a:srcRect b="0" l="0" r="0" t="0"/>
            <a:stretch/>
          </p:blipFill>
          <p:spPr>
            <a:xfrm flipH="1" rot="10800000">
              <a:off x="8428902" y="4589871"/>
              <a:ext cx="570347" cy="444763"/>
            </a:xfrm>
            <a:prstGeom prst="rect">
              <a:avLst/>
            </a:prstGeom>
            <a:noFill/>
            <a:ln>
              <a:noFill/>
            </a:ln>
          </p:spPr>
        </p:pic>
      </p:grpSp>
      <p:grpSp>
        <p:nvGrpSpPr>
          <p:cNvPr id="950" name="Google Shape;950;p55"/>
          <p:cNvGrpSpPr/>
          <p:nvPr/>
        </p:nvGrpSpPr>
        <p:grpSpPr>
          <a:xfrm flipH="1" rot="10800000">
            <a:off x="-261996" y="-260586"/>
            <a:ext cx="1924799" cy="1644648"/>
            <a:chOff x="-261996" y="3791654"/>
            <a:chExt cx="1924799" cy="1644648"/>
          </a:xfrm>
        </p:grpSpPr>
        <p:pic>
          <p:nvPicPr>
            <p:cNvPr id="951" name="Google Shape;951;p55"/>
            <p:cNvPicPr preferRelativeResize="0"/>
            <p:nvPr/>
          </p:nvPicPr>
          <p:blipFill rotWithShape="1">
            <a:blip r:embed="rId7">
              <a:alphaModFix/>
            </a:blip>
            <a:srcRect b="0" l="0" r="0" t="0"/>
            <a:stretch/>
          </p:blipFill>
          <p:spPr>
            <a:xfrm flipH="1" rot="10800000">
              <a:off x="-261996" y="4459177"/>
              <a:ext cx="977125" cy="977125"/>
            </a:xfrm>
            <a:prstGeom prst="rect">
              <a:avLst/>
            </a:prstGeom>
            <a:noFill/>
            <a:ln>
              <a:noFill/>
            </a:ln>
          </p:spPr>
        </p:pic>
        <p:pic>
          <p:nvPicPr>
            <p:cNvPr id="952" name="Google Shape;952;p55"/>
            <p:cNvPicPr preferRelativeResize="0"/>
            <p:nvPr/>
          </p:nvPicPr>
          <p:blipFill rotWithShape="1">
            <a:blip r:embed="rId8">
              <a:alphaModFix/>
            </a:blip>
            <a:srcRect b="0" l="0" r="0" t="0"/>
            <a:stretch/>
          </p:blipFill>
          <p:spPr>
            <a:xfrm flipH="1" rot="10800000">
              <a:off x="53322" y="3791654"/>
              <a:ext cx="507952" cy="484800"/>
            </a:xfrm>
            <a:prstGeom prst="rect">
              <a:avLst/>
            </a:prstGeom>
            <a:noFill/>
            <a:ln>
              <a:noFill/>
            </a:ln>
          </p:spPr>
        </p:pic>
        <p:pic>
          <p:nvPicPr>
            <p:cNvPr id="953" name="Google Shape;953;p55"/>
            <p:cNvPicPr preferRelativeResize="0"/>
            <p:nvPr/>
          </p:nvPicPr>
          <p:blipFill rotWithShape="1">
            <a:blip r:embed="rId9">
              <a:alphaModFix/>
            </a:blip>
            <a:srcRect b="0" l="0" r="0" t="0"/>
            <a:stretch/>
          </p:blipFill>
          <p:spPr>
            <a:xfrm flipH="1" rot="10800000">
              <a:off x="1019201" y="4562407"/>
              <a:ext cx="643602" cy="499705"/>
            </a:xfrm>
            <a:prstGeom prst="rect">
              <a:avLst/>
            </a:prstGeom>
            <a:noFill/>
            <a:ln>
              <a:noFill/>
            </a:ln>
          </p:spPr>
        </p:pic>
      </p:grpSp>
      <p:grpSp>
        <p:nvGrpSpPr>
          <p:cNvPr id="954" name="Google Shape;954;p55"/>
          <p:cNvGrpSpPr/>
          <p:nvPr/>
        </p:nvGrpSpPr>
        <p:grpSpPr>
          <a:xfrm flipH="1" rot="10800000">
            <a:off x="-1260034" y="2888542"/>
            <a:ext cx="3740618" cy="3504363"/>
            <a:chOff x="-1260034" y="-1217188"/>
            <a:chExt cx="3740618" cy="3504363"/>
          </a:xfrm>
        </p:grpSpPr>
        <p:pic>
          <p:nvPicPr>
            <p:cNvPr id="955" name="Google Shape;955;p55"/>
            <p:cNvPicPr preferRelativeResize="0"/>
            <p:nvPr/>
          </p:nvPicPr>
          <p:blipFill rotWithShape="1">
            <a:blip r:embed="rId2">
              <a:alphaModFix/>
            </a:blip>
            <a:srcRect b="0" l="0" r="0" t="0"/>
            <a:stretch/>
          </p:blipFill>
          <p:spPr>
            <a:xfrm flipH="1" rot="3399510">
              <a:off x="-490773" y="-979404"/>
              <a:ext cx="2202096" cy="3028795"/>
            </a:xfrm>
            <a:prstGeom prst="rect">
              <a:avLst/>
            </a:prstGeom>
            <a:noFill/>
            <a:ln>
              <a:noFill/>
            </a:ln>
          </p:spPr>
        </p:pic>
        <p:pic>
          <p:nvPicPr>
            <p:cNvPr id="956" name="Google Shape;956;p55"/>
            <p:cNvPicPr preferRelativeResize="0"/>
            <p:nvPr/>
          </p:nvPicPr>
          <p:blipFill rotWithShape="1">
            <a:blip r:embed="rId10">
              <a:alphaModFix/>
            </a:blip>
            <a:srcRect b="0" l="0" r="0" t="0"/>
            <a:stretch/>
          </p:blipFill>
          <p:spPr>
            <a:xfrm flipH="1" rot="10800000">
              <a:off x="1724056" y="-134611"/>
              <a:ext cx="511481" cy="409444"/>
            </a:xfrm>
            <a:prstGeom prst="rect">
              <a:avLst/>
            </a:prstGeom>
            <a:noFill/>
            <a:ln>
              <a:noFill/>
            </a:ln>
          </p:spPr>
        </p:pic>
        <p:pic>
          <p:nvPicPr>
            <p:cNvPr id="957" name="Google Shape;957;p55"/>
            <p:cNvPicPr preferRelativeResize="0"/>
            <p:nvPr/>
          </p:nvPicPr>
          <p:blipFill rotWithShape="1">
            <a:blip r:embed="rId11">
              <a:alphaModFix/>
            </a:blip>
            <a:srcRect b="0" l="0" r="0" t="0"/>
            <a:stretch/>
          </p:blipFill>
          <p:spPr>
            <a:xfrm flipH="1" rot="10800000">
              <a:off x="-145292" y="666205"/>
              <a:ext cx="554649" cy="485315"/>
            </a:xfrm>
            <a:prstGeom prst="rect">
              <a:avLst/>
            </a:prstGeom>
            <a:noFill/>
            <a:ln>
              <a:noFill/>
            </a:ln>
          </p:spPr>
        </p:pic>
        <p:pic>
          <p:nvPicPr>
            <p:cNvPr id="958" name="Google Shape;958;p55"/>
            <p:cNvPicPr preferRelativeResize="0"/>
            <p:nvPr/>
          </p:nvPicPr>
          <p:blipFill rotWithShape="1">
            <a:blip r:embed="rId12">
              <a:alphaModFix/>
            </a:blip>
            <a:srcRect b="0" l="0" r="0" t="0"/>
            <a:stretch/>
          </p:blipFill>
          <p:spPr>
            <a:xfrm flipH="1" rot="10800000">
              <a:off x="120234" y="1439784"/>
              <a:ext cx="374127" cy="354503"/>
            </a:xfrm>
            <a:prstGeom prst="rect">
              <a:avLst/>
            </a:prstGeom>
            <a:noFill/>
            <a:ln>
              <a:noFill/>
            </a:ln>
          </p:spPr>
        </p:pic>
      </p:grpSp>
      <p:grpSp>
        <p:nvGrpSpPr>
          <p:cNvPr id="959" name="Google Shape;959;p55"/>
          <p:cNvGrpSpPr/>
          <p:nvPr/>
        </p:nvGrpSpPr>
        <p:grpSpPr>
          <a:xfrm flipH="1" rot="10800000">
            <a:off x="7940333" y="4406276"/>
            <a:ext cx="1073181" cy="1301534"/>
            <a:chOff x="7940333" y="-532094"/>
            <a:chExt cx="1073181" cy="1301534"/>
          </a:xfrm>
        </p:grpSpPr>
        <p:pic>
          <p:nvPicPr>
            <p:cNvPr id="960" name="Google Shape;960;p55"/>
            <p:cNvPicPr preferRelativeResize="0"/>
            <p:nvPr/>
          </p:nvPicPr>
          <p:blipFill rotWithShape="1">
            <a:blip r:embed="rId13">
              <a:alphaModFix/>
            </a:blip>
            <a:srcRect b="0" l="0" r="0" t="0"/>
            <a:stretch/>
          </p:blipFill>
          <p:spPr>
            <a:xfrm flipH="1" rot="10800000">
              <a:off x="8657701" y="445024"/>
              <a:ext cx="355813" cy="324416"/>
            </a:xfrm>
            <a:prstGeom prst="rect">
              <a:avLst/>
            </a:prstGeom>
            <a:noFill/>
            <a:ln>
              <a:noFill/>
            </a:ln>
          </p:spPr>
        </p:pic>
        <p:pic>
          <p:nvPicPr>
            <p:cNvPr id="961" name="Google Shape;961;p55"/>
            <p:cNvPicPr preferRelativeResize="0"/>
            <p:nvPr/>
          </p:nvPicPr>
          <p:blipFill rotWithShape="1">
            <a:blip r:embed="rId14">
              <a:alphaModFix/>
            </a:blip>
            <a:srcRect b="0" l="0" r="0" t="0"/>
            <a:stretch/>
          </p:blipFill>
          <p:spPr>
            <a:xfrm flipH="1" rot="10800000">
              <a:off x="7940333" y="-532094"/>
              <a:ext cx="977117" cy="977125"/>
            </a:xfrm>
            <a:prstGeom prst="rect">
              <a:avLst/>
            </a:prstGeom>
            <a:noFill/>
            <a:ln>
              <a:noFill/>
            </a:ln>
          </p:spPr>
        </p:pic>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962" name="Shape 962"/>
        <p:cNvGrpSpPr/>
        <p:nvPr/>
      </p:nvGrpSpPr>
      <p:grpSpPr>
        <a:xfrm>
          <a:off x="0" y="0"/>
          <a:ext cx="0" cy="0"/>
          <a:chOff x="0" y="0"/>
          <a:chExt cx="0" cy="0"/>
        </a:xfrm>
      </p:grpSpPr>
      <p:sp>
        <p:nvSpPr>
          <p:cNvPr id="963" name="Google Shape;963;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64" name="Google Shape;964;p56"/>
          <p:cNvSpPr txBox="1"/>
          <p:nvPr>
            <p:ph idx="1" type="subTitle"/>
          </p:nvPr>
        </p:nvSpPr>
        <p:spPr>
          <a:xfrm>
            <a:off x="856262"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65" name="Google Shape;965;p56"/>
          <p:cNvSpPr txBox="1"/>
          <p:nvPr>
            <p:ph idx="2" type="subTitle"/>
          </p:nvPr>
        </p:nvSpPr>
        <p:spPr>
          <a:xfrm>
            <a:off x="856262"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6" name="Google Shape;966;p56"/>
          <p:cNvSpPr txBox="1"/>
          <p:nvPr>
            <p:ph idx="3" type="subTitle"/>
          </p:nvPr>
        </p:nvSpPr>
        <p:spPr>
          <a:xfrm>
            <a:off x="3379121"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7" name="Google Shape;967;p56"/>
          <p:cNvSpPr txBox="1"/>
          <p:nvPr>
            <p:ph idx="4" type="subTitle"/>
          </p:nvPr>
        </p:nvSpPr>
        <p:spPr>
          <a:xfrm>
            <a:off x="5901980"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8" name="Google Shape;968;p56"/>
          <p:cNvSpPr txBox="1"/>
          <p:nvPr>
            <p:ph idx="5" type="subTitle"/>
          </p:nvPr>
        </p:nvSpPr>
        <p:spPr>
          <a:xfrm>
            <a:off x="3379121"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69" name="Google Shape;969;p56"/>
          <p:cNvSpPr txBox="1"/>
          <p:nvPr>
            <p:ph idx="6" type="subTitle"/>
          </p:nvPr>
        </p:nvSpPr>
        <p:spPr>
          <a:xfrm>
            <a:off x="5901980"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970" name="Google Shape;970;p56"/>
          <p:cNvGrpSpPr/>
          <p:nvPr/>
        </p:nvGrpSpPr>
        <p:grpSpPr>
          <a:xfrm>
            <a:off x="-647462" y="2147525"/>
            <a:ext cx="2601720" cy="3564053"/>
            <a:chOff x="-647462" y="2147525"/>
            <a:chExt cx="2601720" cy="3564053"/>
          </a:xfrm>
        </p:grpSpPr>
        <p:pic>
          <p:nvPicPr>
            <p:cNvPr id="971" name="Google Shape;971;p56"/>
            <p:cNvPicPr preferRelativeResize="0"/>
            <p:nvPr/>
          </p:nvPicPr>
          <p:blipFill rotWithShape="1">
            <a:blip r:embed="rId2">
              <a:alphaModFix/>
            </a:blip>
            <a:srcRect b="0" l="0" r="0" t="0"/>
            <a:stretch/>
          </p:blipFill>
          <p:spPr>
            <a:xfrm flipH="1">
              <a:off x="-647462" y="2619325"/>
              <a:ext cx="2202097" cy="3028797"/>
            </a:xfrm>
            <a:prstGeom prst="rect">
              <a:avLst/>
            </a:prstGeom>
            <a:noFill/>
            <a:ln>
              <a:noFill/>
            </a:ln>
          </p:spPr>
        </p:pic>
        <p:pic>
          <p:nvPicPr>
            <p:cNvPr id="972" name="Google Shape;972;p56"/>
            <p:cNvPicPr preferRelativeResize="0"/>
            <p:nvPr/>
          </p:nvPicPr>
          <p:blipFill rotWithShape="1">
            <a:blip r:embed="rId3">
              <a:alphaModFix/>
            </a:blip>
            <a:srcRect b="0" l="0" r="0" t="0"/>
            <a:stretch/>
          </p:blipFill>
          <p:spPr>
            <a:xfrm flipH="1">
              <a:off x="977133" y="4734453"/>
              <a:ext cx="977125" cy="977125"/>
            </a:xfrm>
            <a:prstGeom prst="rect">
              <a:avLst/>
            </a:prstGeom>
            <a:noFill/>
            <a:ln>
              <a:noFill/>
            </a:ln>
          </p:spPr>
        </p:pic>
        <p:pic>
          <p:nvPicPr>
            <p:cNvPr id="973" name="Google Shape;973;p56"/>
            <p:cNvPicPr preferRelativeResize="0"/>
            <p:nvPr/>
          </p:nvPicPr>
          <p:blipFill rotWithShape="1">
            <a:blip r:embed="rId4">
              <a:alphaModFix/>
            </a:blip>
            <a:srcRect b="0" l="0" r="0" t="0"/>
            <a:stretch/>
          </p:blipFill>
          <p:spPr>
            <a:xfrm flipH="1">
              <a:off x="266174" y="3456285"/>
              <a:ext cx="444766" cy="303486"/>
            </a:xfrm>
            <a:prstGeom prst="rect">
              <a:avLst/>
            </a:prstGeom>
            <a:noFill/>
            <a:ln>
              <a:noFill/>
            </a:ln>
          </p:spPr>
        </p:pic>
        <p:pic>
          <p:nvPicPr>
            <p:cNvPr id="974" name="Google Shape;974;p56"/>
            <p:cNvPicPr preferRelativeResize="0"/>
            <p:nvPr/>
          </p:nvPicPr>
          <p:blipFill rotWithShape="1">
            <a:blip r:embed="rId5">
              <a:alphaModFix/>
            </a:blip>
            <a:srcRect b="0" l="0" r="0" t="0"/>
            <a:stretch/>
          </p:blipFill>
          <p:spPr>
            <a:xfrm flipH="1">
              <a:off x="63562" y="2147525"/>
              <a:ext cx="570347" cy="554646"/>
            </a:xfrm>
            <a:prstGeom prst="rect">
              <a:avLst/>
            </a:prstGeom>
            <a:noFill/>
            <a:ln>
              <a:noFill/>
            </a:ln>
          </p:spPr>
        </p:pic>
      </p:grpSp>
      <p:grpSp>
        <p:nvGrpSpPr>
          <p:cNvPr id="975" name="Google Shape;975;p56"/>
          <p:cNvGrpSpPr/>
          <p:nvPr/>
        </p:nvGrpSpPr>
        <p:grpSpPr>
          <a:xfrm>
            <a:off x="8006404" y="3591789"/>
            <a:ext cx="1570091" cy="1844872"/>
            <a:chOff x="8006404" y="3591789"/>
            <a:chExt cx="1570091" cy="1844872"/>
          </a:xfrm>
        </p:grpSpPr>
        <p:pic>
          <p:nvPicPr>
            <p:cNvPr id="976" name="Google Shape;976;p56"/>
            <p:cNvPicPr preferRelativeResize="0"/>
            <p:nvPr/>
          </p:nvPicPr>
          <p:blipFill rotWithShape="1">
            <a:blip r:embed="rId6">
              <a:alphaModFix/>
            </a:blip>
            <a:srcRect b="0" l="0" r="0" t="0"/>
            <a:stretch/>
          </p:blipFill>
          <p:spPr>
            <a:xfrm flipH="1">
              <a:off x="8313169" y="4230911"/>
              <a:ext cx="1263326" cy="1205750"/>
            </a:xfrm>
            <a:prstGeom prst="rect">
              <a:avLst/>
            </a:prstGeom>
            <a:noFill/>
            <a:ln>
              <a:noFill/>
            </a:ln>
          </p:spPr>
        </p:pic>
        <p:pic>
          <p:nvPicPr>
            <p:cNvPr id="977" name="Google Shape;977;p56"/>
            <p:cNvPicPr preferRelativeResize="0"/>
            <p:nvPr/>
          </p:nvPicPr>
          <p:blipFill rotWithShape="1">
            <a:blip r:embed="rId7">
              <a:alphaModFix/>
            </a:blip>
            <a:srcRect b="0" l="0" r="0" t="0"/>
            <a:stretch/>
          </p:blipFill>
          <p:spPr>
            <a:xfrm flipH="1" rot="-1721566">
              <a:off x="8492362" y="3689435"/>
              <a:ext cx="511481" cy="409444"/>
            </a:xfrm>
            <a:prstGeom prst="rect">
              <a:avLst/>
            </a:prstGeom>
            <a:noFill/>
            <a:ln>
              <a:noFill/>
            </a:ln>
          </p:spPr>
        </p:pic>
        <p:pic>
          <p:nvPicPr>
            <p:cNvPr id="978" name="Google Shape;978;p56"/>
            <p:cNvPicPr preferRelativeResize="0"/>
            <p:nvPr/>
          </p:nvPicPr>
          <p:blipFill rotWithShape="1">
            <a:blip r:embed="rId8">
              <a:alphaModFix/>
            </a:blip>
            <a:srcRect b="0" l="0" r="0" t="0"/>
            <a:stretch/>
          </p:blipFill>
          <p:spPr>
            <a:xfrm flipH="1">
              <a:off x="8006404" y="4591135"/>
              <a:ext cx="554649" cy="485315"/>
            </a:xfrm>
            <a:prstGeom prst="rect">
              <a:avLst/>
            </a:prstGeom>
            <a:noFill/>
            <a:ln>
              <a:noFill/>
            </a:ln>
          </p:spPr>
        </p:pic>
      </p:grpSp>
      <p:grpSp>
        <p:nvGrpSpPr>
          <p:cNvPr id="979" name="Google Shape;979;p56"/>
          <p:cNvGrpSpPr/>
          <p:nvPr/>
        </p:nvGrpSpPr>
        <p:grpSpPr>
          <a:xfrm>
            <a:off x="7" y="-409164"/>
            <a:ext cx="1132541" cy="1536160"/>
            <a:chOff x="7" y="-409164"/>
            <a:chExt cx="1132541" cy="1536160"/>
          </a:xfrm>
        </p:grpSpPr>
        <p:pic>
          <p:nvPicPr>
            <p:cNvPr id="980" name="Google Shape;980;p56"/>
            <p:cNvPicPr preferRelativeResize="0"/>
            <p:nvPr/>
          </p:nvPicPr>
          <p:blipFill rotWithShape="1">
            <a:blip r:embed="rId9">
              <a:alphaModFix/>
            </a:blip>
            <a:srcRect b="0" l="0" r="0" t="0"/>
            <a:stretch/>
          </p:blipFill>
          <p:spPr>
            <a:xfrm flipH="1">
              <a:off x="7" y="-409164"/>
              <a:ext cx="977117" cy="977125"/>
            </a:xfrm>
            <a:prstGeom prst="rect">
              <a:avLst/>
            </a:prstGeom>
            <a:noFill/>
            <a:ln>
              <a:noFill/>
            </a:ln>
          </p:spPr>
        </p:pic>
        <p:pic>
          <p:nvPicPr>
            <p:cNvPr id="981" name="Google Shape;981;p56"/>
            <p:cNvPicPr preferRelativeResize="0"/>
            <p:nvPr/>
          </p:nvPicPr>
          <p:blipFill rotWithShape="1">
            <a:blip r:embed="rId10">
              <a:alphaModFix/>
            </a:blip>
            <a:srcRect b="0" l="0" r="0" t="0"/>
            <a:stretch/>
          </p:blipFill>
          <p:spPr>
            <a:xfrm flipH="1">
              <a:off x="776735" y="169090"/>
              <a:ext cx="355813" cy="324416"/>
            </a:xfrm>
            <a:prstGeom prst="rect">
              <a:avLst/>
            </a:prstGeom>
            <a:noFill/>
            <a:ln>
              <a:noFill/>
            </a:ln>
          </p:spPr>
        </p:pic>
        <p:pic>
          <p:nvPicPr>
            <p:cNvPr id="982" name="Google Shape;982;p56"/>
            <p:cNvPicPr preferRelativeResize="0"/>
            <p:nvPr/>
          </p:nvPicPr>
          <p:blipFill rotWithShape="1">
            <a:blip r:embed="rId11">
              <a:alphaModFix/>
            </a:blip>
            <a:srcRect b="0" l="0" r="0" t="0"/>
            <a:stretch/>
          </p:blipFill>
          <p:spPr>
            <a:xfrm flipH="1">
              <a:off x="168425" y="682233"/>
              <a:ext cx="570347" cy="444763"/>
            </a:xfrm>
            <a:prstGeom prst="rect">
              <a:avLst/>
            </a:prstGeom>
            <a:noFill/>
            <a:ln>
              <a:noFill/>
            </a:ln>
          </p:spPr>
        </p:pic>
      </p:grpSp>
      <p:grpSp>
        <p:nvGrpSpPr>
          <p:cNvPr id="983" name="Google Shape;983;p56"/>
          <p:cNvGrpSpPr/>
          <p:nvPr/>
        </p:nvGrpSpPr>
        <p:grpSpPr>
          <a:xfrm>
            <a:off x="6482396" y="-903760"/>
            <a:ext cx="3991478" cy="3616745"/>
            <a:chOff x="6482396" y="-903760"/>
            <a:chExt cx="3991478" cy="3616745"/>
          </a:xfrm>
        </p:grpSpPr>
        <p:pic>
          <p:nvPicPr>
            <p:cNvPr id="984" name="Google Shape;984;p56"/>
            <p:cNvPicPr preferRelativeResize="0"/>
            <p:nvPr/>
          </p:nvPicPr>
          <p:blipFill rotWithShape="1">
            <a:blip r:embed="rId12">
              <a:alphaModFix/>
            </a:blip>
            <a:srcRect b="0" l="0" r="0" t="0"/>
            <a:stretch/>
          </p:blipFill>
          <p:spPr>
            <a:xfrm flipH="1">
              <a:off x="8494133" y="451143"/>
              <a:ext cx="643602" cy="499705"/>
            </a:xfrm>
            <a:prstGeom prst="rect">
              <a:avLst/>
            </a:prstGeom>
            <a:noFill/>
            <a:ln>
              <a:noFill/>
            </a:ln>
          </p:spPr>
        </p:pic>
        <p:pic>
          <p:nvPicPr>
            <p:cNvPr id="985" name="Google Shape;985;p56"/>
            <p:cNvPicPr preferRelativeResize="0"/>
            <p:nvPr/>
          </p:nvPicPr>
          <p:blipFill rotWithShape="1">
            <a:blip r:embed="rId2">
              <a:alphaModFix/>
            </a:blip>
            <a:srcRect b="0" l="0" r="0" t="0"/>
            <a:stretch/>
          </p:blipFill>
          <p:spPr>
            <a:xfrm flipH="1" rot="9540140">
              <a:off x="7802239" y="-609785"/>
              <a:ext cx="2202096" cy="3028795"/>
            </a:xfrm>
            <a:prstGeom prst="rect">
              <a:avLst/>
            </a:prstGeom>
            <a:noFill/>
            <a:ln>
              <a:noFill/>
            </a:ln>
          </p:spPr>
        </p:pic>
        <p:pic>
          <p:nvPicPr>
            <p:cNvPr id="986" name="Google Shape;986;p56"/>
            <p:cNvPicPr preferRelativeResize="0"/>
            <p:nvPr/>
          </p:nvPicPr>
          <p:blipFill rotWithShape="1">
            <a:blip r:embed="rId13">
              <a:alphaModFix/>
            </a:blip>
            <a:srcRect b="0" l="0" r="0" t="0"/>
            <a:stretch/>
          </p:blipFill>
          <p:spPr>
            <a:xfrm flipH="1">
              <a:off x="6482396" y="-89724"/>
              <a:ext cx="243313" cy="344038"/>
            </a:xfrm>
            <a:prstGeom prst="rect">
              <a:avLst/>
            </a:prstGeom>
            <a:noFill/>
            <a:ln>
              <a:noFill/>
            </a:ln>
          </p:spPr>
        </p:pic>
        <p:pic>
          <p:nvPicPr>
            <p:cNvPr id="987" name="Google Shape;987;p56"/>
            <p:cNvPicPr preferRelativeResize="0"/>
            <p:nvPr/>
          </p:nvPicPr>
          <p:blipFill rotWithShape="1">
            <a:blip r:embed="rId9">
              <a:alphaModFix/>
            </a:blip>
            <a:srcRect b="0" l="0" r="0" t="0"/>
            <a:stretch/>
          </p:blipFill>
          <p:spPr>
            <a:xfrm>
              <a:off x="8641688" y="1017724"/>
              <a:ext cx="977125" cy="977125"/>
            </a:xfrm>
            <a:prstGeom prst="rect">
              <a:avLst/>
            </a:prstGeom>
            <a:noFill/>
            <a:ln>
              <a:noFill/>
            </a:ln>
          </p:spPr>
        </p:pic>
        <p:pic>
          <p:nvPicPr>
            <p:cNvPr id="988" name="Google Shape;988;p56"/>
            <p:cNvPicPr preferRelativeResize="0"/>
            <p:nvPr/>
          </p:nvPicPr>
          <p:blipFill rotWithShape="1">
            <a:blip r:embed="rId14">
              <a:alphaModFix/>
            </a:blip>
            <a:srcRect b="0" l="0" r="0" t="0"/>
            <a:stretch/>
          </p:blipFill>
          <p:spPr>
            <a:xfrm flipH="1" rot="4379860">
              <a:off x="8640014" y="1909118"/>
              <a:ext cx="374127" cy="354502"/>
            </a:xfrm>
            <a:prstGeom prst="rect">
              <a:avLst/>
            </a:prstGeom>
            <a:noFill/>
            <a:ln>
              <a:noFill/>
            </a:ln>
          </p:spPr>
        </p:pic>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89" name="Shape 989"/>
        <p:cNvGrpSpPr/>
        <p:nvPr/>
      </p:nvGrpSpPr>
      <p:grpSpPr>
        <a:xfrm>
          <a:off x="0" y="0"/>
          <a:ext cx="0" cy="0"/>
          <a:chOff x="0" y="0"/>
          <a:chExt cx="0" cy="0"/>
        </a:xfrm>
      </p:grpSpPr>
      <p:sp>
        <p:nvSpPr>
          <p:cNvPr id="990" name="Google Shape;990;p57"/>
          <p:cNvSpPr txBox="1"/>
          <p:nvPr>
            <p:ph type="title"/>
          </p:nvPr>
        </p:nvSpPr>
        <p:spPr>
          <a:xfrm>
            <a:off x="3431750" y="1321500"/>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991" name="Google Shape;991;p57"/>
          <p:cNvSpPr txBox="1"/>
          <p:nvPr>
            <p:ph idx="1" type="subTitle"/>
          </p:nvPr>
        </p:nvSpPr>
        <p:spPr>
          <a:xfrm flipH="1">
            <a:off x="3431750" y="196845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992" name="Google Shape;992;p57"/>
          <p:cNvSpPr txBox="1"/>
          <p:nvPr>
            <p:ph idx="2" type="title"/>
          </p:nvPr>
        </p:nvSpPr>
        <p:spPr>
          <a:xfrm>
            <a:off x="1889375"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993" name="Google Shape;993;p57"/>
          <p:cNvSpPr txBox="1"/>
          <p:nvPr>
            <p:ph idx="3" type="subTitle"/>
          </p:nvPr>
        </p:nvSpPr>
        <p:spPr>
          <a:xfrm flipH="1">
            <a:off x="1889393"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994" name="Google Shape;994;p57"/>
          <p:cNvSpPr txBox="1"/>
          <p:nvPr>
            <p:ph idx="4" type="title"/>
          </p:nvPr>
        </p:nvSpPr>
        <p:spPr>
          <a:xfrm>
            <a:off x="4974027"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995" name="Google Shape;995;p57"/>
          <p:cNvSpPr txBox="1"/>
          <p:nvPr>
            <p:ph idx="5" type="subTitle"/>
          </p:nvPr>
        </p:nvSpPr>
        <p:spPr>
          <a:xfrm flipH="1">
            <a:off x="4974037"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996" name="Google Shape;996;p57"/>
          <p:cNvSpPr txBox="1"/>
          <p:nvPr>
            <p:ph idx="6"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97" name="Google Shape;997;p57"/>
          <p:cNvSpPr txBox="1"/>
          <p:nvPr>
            <p:ph idx="7" type="subTitle"/>
          </p:nvPr>
        </p:nvSpPr>
        <p:spPr>
          <a:xfrm>
            <a:off x="1889400"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98" name="Google Shape;998;p57"/>
          <p:cNvSpPr txBox="1"/>
          <p:nvPr>
            <p:ph idx="8" type="subTitle"/>
          </p:nvPr>
        </p:nvSpPr>
        <p:spPr>
          <a:xfrm>
            <a:off x="3431750" y="226365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99" name="Google Shape;999;p57"/>
          <p:cNvSpPr txBox="1"/>
          <p:nvPr>
            <p:ph idx="9" type="subTitle"/>
          </p:nvPr>
        </p:nvSpPr>
        <p:spPr>
          <a:xfrm>
            <a:off x="4971725"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00" name="Google Shape;1000;p57"/>
          <p:cNvGrpSpPr/>
          <p:nvPr/>
        </p:nvGrpSpPr>
        <p:grpSpPr>
          <a:xfrm>
            <a:off x="-166155" y="3891060"/>
            <a:ext cx="1853733" cy="1976338"/>
            <a:chOff x="-166155" y="3891060"/>
            <a:chExt cx="1853733" cy="1976338"/>
          </a:xfrm>
        </p:grpSpPr>
        <p:pic>
          <p:nvPicPr>
            <p:cNvPr id="1001" name="Google Shape;1001;p57"/>
            <p:cNvPicPr preferRelativeResize="0"/>
            <p:nvPr/>
          </p:nvPicPr>
          <p:blipFill rotWithShape="1">
            <a:blip r:embed="rId2">
              <a:alphaModFix/>
            </a:blip>
            <a:srcRect b="0" l="0" r="0" t="0"/>
            <a:stretch/>
          </p:blipFill>
          <p:spPr>
            <a:xfrm>
              <a:off x="420679" y="4658248"/>
              <a:ext cx="1266899" cy="1209150"/>
            </a:xfrm>
            <a:prstGeom prst="rect">
              <a:avLst/>
            </a:prstGeom>
            <a:noFill/>
            <a:ln>
              <a:noFill/>
            </a:ln>
          </p:spPr>
        </p:pic>
        <p:pic>
          <p:nvPicPr>
            <p:cNvPr id="1002" name="Google Shape;1002;p57"/>
            <p:cNvPicPr preferRelativeResize="0"/>
            <p:nvPr/>
          </p:nvPicPr>
          <p:blipFill rotWithShape="1">
            <a:blip r:embed="rId3">
              <a:alphaModFix/>
            </a:blip>
            <a:srcRect b="0" l="0" r="0" t="0"/>
            <a:stretch/>
          </p:blipFill>
          <p:spPr>
            <a:xfrm>
              <a:off x="-166155" y="3891060"/>
              <a:ext cx="554649" cy="485315"/>
            </a:xfrm>
            <a:prstGeom prst="rect">
              <a:avLst/>
            </a:prstGeom>
            <a:noFill/>
            <a:ln>
              <a:noFill/>
            </a:ln>
          </p:spPr>
        </p:pic>
      </p:grpSp>
      <p:grpSp>
        <p:nvGrpSpPr>
          <p:cNvPr id="1003" name="Google Shape;1003;p57"/>
          <p:cNvGrpSpPr/>
          <p:nvPr/>
        </p:nvGrpSpPr>
        <p:grpSpPr>
          <a:xfrm>
            <a:off x="7983921" y="-307514"/>
            <a:ext cx="1332929" cy="2117960"/>
            <a:chOff x="7983921" y="-307514"/>
            <a:chExt cx="1332929" cy="2117960"/>
          </a:xfrm>
        </p:grpSpPr>
        <p:pic>
          <p:nvPicPr>
            <p:cNvPr id="1004" name="Google Shape;1004;p57"/>
            <p:cNvPicPr preferRelativeResize="0"/>
            <p:nvPr/>
          </p:nvPicPr>
          <p:blipFill rotWithShape="1">
            <a:blip r:embed="rId4">
              <a:alphaModFix/>
            </a:blip>
            <a:srcRect b="0" l="0" r="0" t="0"/>
            <a:stretch/>
          </p:blipFill>
          <p:spPr>
            <a:xfrm>
              <a:off x="8339725" y="-307514"/>
              <a:ext cx="977117" cy="977125"/>
            </a:xfrm>
            <a:prstGeom prst="rect">
              <a:avLst/>
            </a:prstGeom>
            <a:noFill/>
            <a:ln>
              <a:noFill/>
            </a:ln>
          </p:spPr>
        </p:pic>
        <p:pic>
          <p:nvPicPr>
            <p:cNvPr id="1005" name="Google Shape;1005;p57"/>
            <p:cNvPicPr preferRelativeResize="0"/>
            <p:nvPr/>
          </p:nvPicPr>
          <p:blipFill rotWithShape="1">
            <a:blip r:embed="rId5">
              <a:alphaModFix/>
            </a:blip>
            <a:srcRect b="0" l="0" r="0" t="0"/>
            <a:stretch/>
          </p:blipFill>
          <p:spPr>
            <a:xfrm>
              <a:off x="7983921" y="297210"/>
              <a:ext cx="444766" cy="303486"/>
            </a:xfrm>
            <a:prstGeom prst="rect">
              <a:avLst/>
            </a:prstGeom>
            <a:noFill/>
            <a:ln>
              <a:noFill/>
            </a:ln>
          </p:spPr>
        </p:pic>
        <p:pic>
          <p:nvPicPr>
            <p:cNvPr id="1006" name="Google Shape;1006;p57"/>
            <p:cNvPicPr preferRelativeResize="0"/>
            <p:nvPr/>
          </p:nvPicPr>
          <p:blipFill rotWithShape="1">
            <a:blip r:embed="rId6">
              <a:alphaModFix/>
            </a:blip>
            <a:srcRect b="0" l="0" r="0" t="0"/>
            <a:stretch/>
          </p:blipFill>
          <p:spPr>
            <a:xfrm>
              <a:off x="8746503" y="1255800"/>
              <a:ext cx="570347" cy="554646"/>
            </a:xfrm>
            <a:prstGeom prst="rect">
              <a:avLst/>
            </a:prstGeom>
            <a:noFill/>
            <a:ln>
              <a:noFill/>
            </a:ln>
          </p:spPr>
        </p:pic>
        <p:pic>
          <p:nvPicPr>
            <p:cNvPr id="1007" name="Google Shape;1007;p57"/>
            <p:cNvPicPr preferRelativeResize="0"/>
            <p:nvPr/>
          </p:nvPicPr>
          <p:blipFill rotWithShape="1">
            <a:blip r:embed="rId7">
              <a:alphaModFix/>
            </a:blip>
            <a:srcRect b="0" l="0" r="0" t="0"/>
            <a:stretch/>
          </p:blipFill>
          <p:spPr>
            <a:xfrm>
              <a:off x="8543115" y="740320"/>
              <a:ext cx="570347" cy="444763"/>
            </a:xfrm>
            <a:prstGeom prst="rect">
              <a:avLst/>
            </a:prstGeom>
            <a:noFill/>
            <a:ln>
              <a:noFill/>
            </a:ln>
          </p:spPr>
        </p:pic>
      </p:grpSp>
      <p:grpSp>
        <p:nvGrpSpPr>
          <p:cNvPr id="1008" name="Google Shape;1008;p57"/>
          <p:cNvGrpSpPr/>
          <p:nvPr/>
        </p:nvGrpSpPr>
        <p:grpSpPr>
          <a:xfrm>
            <a:off x="-895938" y="-928885"/>
            <a:ext cx="3638486" cy="4473409"/>
            <a:chOff x="-895938" y="-928885"/>
            <a:chExt cx="3638486" cy="4473409"/>
          </a:xfrm>
        </p:grpSpPr>
        <p:pic>
          <p:nvPicPr>
            <p:cNvPr id="1009" name="Google Shape;1009;p57"/>
            <p:cNvPicPr preferRelativeResize="0"/>
            <p:nvPr/>
          </p:nvPicPr>
          <p:blipFill rotWithShape="1">
            <a:blip r:embed="rId8">
              <a:alphaModFix/>
            </a:blip>
            <a:srcRect b="0" l="0" r="0" t="0"/>
            <a:stretch/>
          </p:blipFill>
          <p:spPr>
            <a:xfrm rot="-9540140">
              <a:off x="-426399" y="-634910"/>
              <a:ext cx="2202096" cy="3028795"/>
            </a:xfrm>
            <a:prstGeom prst="rect">
              <a:avLst/>
            </a:prstGeom>
            <a:noFill/>
            <a:ln>
              <a:noFill/>
            </a:ln>
          </p:spPr>
        </p:pic>
        <p:pic>
          <p:nvPicPr>
            <p:cNvPr id="1010" name="Google Shape;1010;p57"/>
            <p:cNvPicPr preferRelativeResize="0"/>
            <p:nvPr/>
          </p:nvPicPr>
          <p:blipFill rotWithShape="1">
            <a:blip r:embed="rId9">
              <a:alphaModFix/>
            </a:blip>
            <a:srcRect b="0" l="0" r="0" t="0"/>
            <a:stretch/>
          </p:blipFill>
          <p:spPr>
            <a:xfrm>
              <a:off x="345884" y="1252993"/>
              <a:ext cx="374127" cy="354503"/>
            </a:xfrm>
            <a:prstGeom prst="rect">
              <a:avLst/>
            </a:prstGeom>
            <a:noFill/>
            <a:ln>
              <a:noFill/>
            </a:ln>
          </p:spPr>
        </p:pic>
        <p:pic>
          <p:nvPicPr>
            <p:cNvPr id="1011" name="Google Shape;1011;p57"/>
            <p:cNvPicPr preferRelativeResize="0"/>
            <p:nvPr/>
          </p:nvPicPr>
          <p:blipFill rotWithShape="1">
            <a:blip r:embed="rId10">
              <a:alphaModFix/>
            </a:blip>
            <a:srcRect b="0" l="0" r="0" t="0"/>
            <a:stretch/>
          </p:blipFill>
          <p:spPr>
            <a:xfrm>
              <a:off x="-377405" y="2567399"/>
              <a:ext cx="977117" cy="977125"/>
            </a:xfrm>
            <a:prstGeom prst="rect">
              <a:avLst/>
            </a:prstGeom>
            <a:noFill/>
            <a:ln>
              <a:noFill/>
            </a:ln>
          </p:spPr>
        </p:pic>
        <p:pic>
          <p:nvPicPr>
            <p:cNvPr id="1012" name="Google Shape;1012;p57"/>
            <p:cNvPicPr preferRelativeResize="0"/>
            <p:nvPr/>
          </p:nvPicPr>
          <p:blipFill rotWithShape="1">
            <a:blip r:embed="rId11">
              <a:alphaModFix/>
            </a:blip>
            <a:srcRect b="0" l="0" r="0" t="0"/>
            <a:stretch/>
          </p:blipFill>
          <p:spPr>
            <a:xfrm rot="9524432">
              <a:off x="2030250" y="1318"/>
              <a:ext cx="643603" cy="499705"/>
            </a:xfrm>
            <a:prstGeom prst="rect">
              <a:avLst/>
            </a:prstGeom>
            <a:noFill/>
            <a:ln>
              <a:noFill/>
            </a:ln>
          </p:spPr>
        </p:pic>
      </p:grpSp>
      <p:grpSp>
        <p:nvGrpSpPr>
          <p:cNvPr id="1013" name="Google Shape;1013;p57"/>
          <p:cNvGrpSpPr/>
          <p:nvPr/>
        </p:nvGrpSpPr>
        <p:grpSpPr>
          <a:xfrm>
            <a:off x="6363869" y="2851325"/>
            <a:ext cx="3595907" cy="3742947"/>
            <a:chOff x="6363869" y="2851325"/>
            <a:chExt cx="3595907" cy="3742947"/>
          </a:xfrm>
        </p:grpSpPr>
        <p:pic>
          <p:nvPicPr>
            <p:cNvPr id="1014" name="Google Shape;1014;p57"/>
            <p:cNvPicPr preferRelativeResize="0"/>
            <p:nvPr/>
          </p:nvPicPr>
          <p:blipFill rotWithShape="1">
            <a:blip r:embed="rId8">
              <a:alphaModFix/>
            </a:blip>
            <a:srcRect b="0" l="0" r="0" t="0"/>
            <a:stretch/>
          </p:blipFill>
          <p:spPr>
            <a:xfrm rot="2266490">
              <a:off x="7060775" y="3208402"/>
              <a:ext cx="2202095" cy="3028794"/>
            </a:xfrm>
            <a:prstGeom prst="rect">
              <a:avLst/>
            </a:prstGeom>
            <a:noFill/>
            <a:ln>
              <a:noFill/>
            </a:ln>
          </p:spPr>
        </p:pic>
        <p:pic>
          <p:nvPicPr>
            <p:cNvPr id="1015" name="Google Shape;1015;p57"/>
            <p:cNvPicPr preferRelativeResize="0"/>
            <p:nvPr/>
          </p:nvPicPr>
          <p:blipFill rotWithShape="1">
            <a:blip r:embed="rId12">
              <a:alphaModFix/>
            </a:blip>
            <a:srcRect b="0" l="0" r="0" t="0"/>
            <a:stretch/>
          </p:blipFill>
          <p:spPr>
            <a:xfrm>
              <a:off x="7591304" y="4658253"/>
              <a:ext cx="977125" cy="977125"/>
            </a:xfrm>
            <a:prstGeom prst="rect">
              <a:avLst/>
            </a:prstGeom>
            <a:noFill/>
            <a:ln>
              <a:noFill/>
            </a:ln>
          </p:spPr>
        </p:pic>
        <p:pic>
          <p:nvPicPr>
            <p:cNvPr id="1016" name="Google Shape;1016;p57"/>
            <p:cNvPicPr preferRelativeResize="0"/>
            <p:nvPr/>
          </p:nvPicPr>
          <p:blipFill rotWithShape="1">
            <a:blip r:embed="rId13">
              <a:alphaModFix/>
            </a:blip>
            <a:srcRect b="0" l="0" r="0" t="0"/>
            <a:stretch/>
          </p:blipFill>
          <p:spPr>
            <a:xfrm>
              <a:off x="7983914" y="4208515"/>
              <a:ext cx="355813" cy="324416"/>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17" name="Shape 1017"/>
        <p:cNvGrpSpPr/>
        <p:nvPr/>
      </p:nvGrpSpPr>
      <p:grpSpPr>
        <a:xfrm>
          <a:off x="0" y="0"/>
          <a:ext cx="0" cy="0"/>
          <a:chOff x="0" y="0"/>
          <a:chExt cx="0" cy="0"/>
        </a:xfrm>
      </p:grpSpPr>
      <p:sp>
        <p:nvSpPr>
          <p:cNvPr id="1018" name="Google Shape;1018;p58"/>
          <p:cNvSpPr txBox="1"/>
          <p:nvPr>
            <p:ph type="title"/>
          </p:nvPr>
        </p:nvSpPr>
        <p:spPr>
          <a:xfrm>
            <a:off x="3924400" y="3554790"/>
            <a:ext cx="4504500" cy="53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2000">
                <a:highlight>
                  <a:schemeClr val="lt1"/>
                </a:highlight>
                <a:latin typeface="Taviraj Medium"/>
                <a:ea typeface="Taviraj Medium"/>
                <a:cs typeface="Taviraj Medium"/>
                <a:sym typeface="Taviraj Medium"/>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019" name="Google Shape;1019;p58"/>
          <p:cNvSpPr txBox="1"/>
          <p:nvPr>
            <p:ph idx="1" type="subTitle"/>
          </p:nvPr>
        </p:nvSpPr>
        <p:spPr>
          <a:xfrm>
            <a:off x="3924400" y="879165"/>
            <a:ext cx="4504500" cy="26064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500"/>
              <a:buNone/>
              <a:defRPr sz="3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20" name="Shape 1020"/>
        <p:cNvGrpSpPr/>
        <p:nvPr/>
      </p:nvGrpSpPr>
      <p:grpSpPr>
        <a:xfrm>
          <a:off x="0" y="0"/>
          <a:ext cx="0" cy="0"/>
          <a:chOff x="0" y="0"/>
          <a:chExt cx="0" cy="0"/>
        </a:xfrm>
      </p:grpSpPr>
      <p:sp>
        <p:nvSpPr>
          <p:cNvPr id="1021" name="Google Shape;1021;p5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22" name="Google Shape;1022;p59"/>
          <p:cNvSpPr txBox="1"/>
          <p:nvPr>
            <p:ph idx="1" type="subTitle"/>
          </p:nvPr>
        </p:nvSpPr>
        <p:spPr>
          <a:xfrm>
            <a:off x="1057725"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3" name="Google Shape;1023;p59"/>
          <p:cNvSpPr txBox="1"/>
          <p:nvPr>
            <p:ph idx="2" type="subTitle"/>
          </p:nvPr>
        </p:nvSpPr>
        <p:spPr>
          <a:xfrm>
            <a:off x="3516000"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4" name="Google Shape;1024;p59"/>
          <p:cNvSpPr txBox="1"/>
          <p:nvPr>
            <p:ph idx="3" type="subTitle"/>
          </p:nvPr>
        </p:nvSpPr>
        <p:spPr>
          <a:xfrm>
            <a:off x="5976525" y="2353283"/>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5" name="Google Shape;1025;p59"/>
          <p:cNvSpPr txBox="1"/>
          <p:nvPr>
            <p:ph idx="4" type="subTitle"/>
          </p:nvPr>
        </p:nvSpPr>
        <p:spPr>
          <a:xfrm>
            <a:off x="1057725"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6" name="Google Shape;1026;p59"/>
          <p:cNvSpPr txBox="1"/>
          <p:nvPr>
            <p:ph idx="5" type="subTitle"/>
          </p:nvPr>
        </p:nvSpPr>
        <p:spPr>
          <a:xfrm>
            <a:off x="3516000"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7" name="Google Shape;1027;p59"/>
          <p:cNvSpPr txBox="1"/>
          <p:nvPr>
            <p:ph idx="6" type="subTitle"/>
          </p:nvPr>
        </p:nvSpPr>
        <p:spPr>
          <a:xfrm>
            <a:off x="5976525" y="4035808"/>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28" name="Google Shape;1028;p59"/>
          <p:cNvSpPr txBox="1"/>
          <p:nvPr>
            <p:ph idx="7" type="subTitle"/>
          </p:nvPr>
        </p:nvSpPr>
        <p:spPr>
          <a:xfrm>
            <a:off x="105772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29" name="Google Shape;1029;p59"/>
          <p:cNvSpPr txBox="1"/>
          <p:nvPr>
            <p:ph idx="8" type="subTitle"/>
          </p:nvPr>
        </p:nvSpPr>
        <p:spPr>
          <a:xfrm>
            <a:off x="3516000"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30" name="Google Shape;1030;p59"/>
          <p:cNvSpPr txBox="1"/>
          <p:nvPr>
            <p:ph idx="9" type="subTitle"/>
          </p:nvPr>
        </p:nvSpPr>
        <p:spPr>
          <a:xfrm>
            <a:off x="597427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31" name="Google Shape;1031;p59"/>
          <p:cNvSpPr txBox="1"/>
          <p:nvPr>
            <p:ph idx="13" type="subTitle"/>
          </p:nvPr>
        </p:nvSpPr>
        <p:spPr>
          <a:xfrm>
            <a:off x="105772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32" name="Google Shape;1032;p59"/>
          <p:cNvSpPr txBox="1"/>
          <p:nvPr>
            <p:ph idx="14" type="subTitle"/>
          </p:nvPr>
        </p:nvSpPr>
        <p:spPr>
          <a:xfrm>
            <a:off x="3516000"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33" name="Google Shape;1033;p59"/>
          <p:cNvSpPr txBox="1"/>
          <p:nvPr>
            <p:ph idx="15" type="subTitle"/>
          </p:nvPr>
        </p:nvSpPr>
        <p:spPr>
          <a:xfrm>
            <a:off x="597427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034" name="Google Shape;1034;p59"/>
          <p:cNvGrpSpPr/>
          <p:nvPr/>
        </p:nvGrpSpPr>
        <p:grpSpPr>
          <a:xfrm>
            <a:off x="-716998" y="-773734"/>
            <a:ext cx="3440500" cy="2400643"/>
            <a:chOff x="-716998" y="-773734"/>
            <a:chExt cx="3440500" cy="2400643"/>
          </a:xfrm>
        </p:grpSpPr>
        <p:pic>
          <p:nvPicPr>
            <p:cNvPr id="1035" name="Google Shape;1035;p59"/>
            <p:cNvPicPr preferRelativeResize="0"/>
            <p:nvPr/>
          </p:nvPicPr>
          <p:blipFill rotWithShape="1">
            <a:blip r:embed="rId2">
              <a:alphaModFix/>
            </a:blip>
            <a:srcRect b="0" l="0" r="0" t="0"/>
            <a:stretch/>
          </p:blipFill>
          <p:spPr>
            <a:xfrm flipH="1" rot="5186513">
              <a:off x="-238235" y="-1095222"/>
              <a:ext cx="2202094" cy="3028794"/>
            </a:xfrm>
            <a:prstGeom prst="rect">
              <a:avLst/>
            </a:prstGeom>
            <a:noFill/>
            <a:ln>
              <a:noFill/>
            </a:ln>
          </p:spPr>
        </p:pic>
        <p:pic>
          <p:nvPicPr>
            <p:cNvPr id="1036" name="Google Shape;1036;p59"/>
            <p:cNvPicPr preferRelativeResize="0"/>
            <p:nvPr/>
          </p:nvPicPr>
          <p:blipFill rotWithShape="1">
            <a:blip r:embed="rId3">
              <a:alphaModFix/>
            </a:blip>
            <a:srcRect b="0" l="0" r="0" t="0"/>
            <a:stretch/>
          </p:blipFill>
          <p:spPr>
            <a:xfrm>
              <a:off x="-479837" y="535011"/>
              <a:ext cx="977117" cy="977125"/>
            </a:xfrm>
            <a:prstGeom prst="rect">
              <a:avLst/>
            </a:prstGeom>
            <a:noFill/>
            <a:ln>
              <a:noFill/>
            </a:ln>
          </p:spPr>
        </p:pic>
        <p:pic>
          <p:nvPicPr>
            <p:cNvPr id="1037" name="Google Shape;1037;p59"/>
            <p:cNvPicPr preferRelativeResize="0"/>
            <p:nvPr/>
          </p:nvPicPr>
          <p:blipFill rotWithShape="1">
            <a:blip r:embed="rId4">
              <a:alphaModFix/>
            </a:blip>
            <a:srcRect b="0" l="0" r="0" t="0"/>
            <a:stretch/>
          </p:blipFill>
          <p:spPr>
            <a:xfrm>
              <a:off x="2367689" y="120615"/>
              <a:ext cx="355813" cy="324416"/>
            </a:xfrm>
            <a:prstGeom prst="rect">
              <a:avLst/>
            </a:prstGeom>
            <a:noFill/>
            <a:ln>
              <a:noFill/>
            </a:ln>
          </p:spPr>
        </p:pic>
        <p:pic>
          <p:nvPicPr>
            <p:cNvPr id="1038" name="Google Shape;1038;p59"/>
            <p:cNvPicPr preferRelativeResize="0"/>
            <p:nvPr/>
          </p:nvPicPr>
          <p:blipFill rotWithShape="1">
            <a:blip r:embed="rId5">
              <a:alphaModFix/>
            </a:blip>
            <a:srcRect b="0" l="0" r="0" t="0"/>
            <a:stretch/>
          </p:blipFill>
          <p:spPr>
            <a:xfrm>
              <a:off x="185334" y="1272406"/>
              <a:ext cx="374127" cy="354503"/>
            </a:xfrm>
            <a:prstGeom prst="rect">
              <a:avLst/>
            </a:prstGeom>
            <a:noFill/>
            <a:ln>
              <a:noFill/>
            </a:ln>
          </p:spPr>
        </p:pic>
      </p:grpSp>
      <p:grpSp>
        <p:nvGrpSpPr>
          <p:cNvPr id="1039" name="Google Shape;1039;p59"/>
          <p:cNvGrpSpPr/>
          <p:nvPr/>
        </p:nvGrpSpPr>
        <p:grpSpPr>
          <a:xfrm>
            <a:off x="7096703" y="-323322"/>
            <a:ext cx="1738426" cy="977125"/>
            <a:chOff x="7096703" y="-323322"/>
            <a:chExt cx="1738426" cy="977125"/>
          </a:xfrm>
        </p:grpSpPr>
        <p:pic>
          <p:nvPicPr>
            <p:cNvPr id="1040" name="Google Shape;1040;p59"/>
            <p:cNvPicPr preferRelativeResize="0"/>
            <p:nvPr/>
          </p:nvPicPr>
          <p:blipFill rotWithShape="1">
            <a:blip r:embed="rId6">
              <a:alphaModFix/>
            </a:blip>
            <a:srcRect b="0" l="0" r="0" t="0"/>
            <a:stretch/>
          </p:blipFill>
          <p:spPr>
            <a:xfrm>
              <a:off x="7858004" y="-323322"/>
              <a:ext cx="977125" cy="977125"/>
            </a:xfrm>
            <a:prstGeom prst="rect">
              <a:avLst/>
            </a:prstGeom>
            <a:noFill/>
            <a:ln>
              <a:noFill/>
            </a:ln>
          </p:spPr>
        </p:pic>
        <p:pic>
          <p:nvPicPr>
            <p:cNvPr id="1041" name="Google Shape;1041;p59"/>
            <p:cNvPicPr preferRelativeResize="0"/>
            <p:nvPr/>
          </p:nvPicPr>
          <p:blipFill rotWithShape="1">
            <a:blip r:embed="rId7">
              <a:alphaModFix/>
            </a:blip>
            <a:srcRect b="0" l="0" r="0" t="0"/>
            <a:stretch/>
          </p:blipFill>
          <p:spPr>
            <a:xfrm>
              <a:off x="7096703" y="-211800"/>
              <a:ext cx="570347" cy="554646"/>
            </a:xfrm>
            <a:prstGeom prst="rect">
              <a:avLst/>
            </a:prstGeom>
            <a:noFill/>
            <a:ln>
              <a:noFill/>
            </a:ln>
          </p:spPr>
        </p:pic>
      </p:grpSp>
      <p:grpSp>
        <p:nvGrpSpPr>
          <p:cNvPr id="1042" name="Google Shape;1042;p59"/>
          <p:cNvGrpSpPr/>
          <p:nvPr/>
        </p:nvGrpSpPr>
        <p:grpSpPr>
          <a:xfrm>
            <a:off x="-196351" y="3926472"/>
            <a:ext cx="1423225" cy="1868654"/>
            <a:chOff x="-196351" y="3926472"/>
            <a:chExt cx="1423225" cy="1868654"/>
          </a:xfrm>
        </p:grpSpPr>
        <p:pic>
          <p:nvPicPr>
            <p:cNvPr id="1043" name="Google Shape;1043;p59"/>
            <p:cNvPicPr preferRelativeResize="0"/>
            <p:nvPr/>
          </p:nvPicPr>
          <p:blipFill rotWithShape="1">
            <a:blip r:embed="rId8">
              <a:alphaModFix/>
            </a:blip>
            <a:srcRect b="0" l="0" r="0" t="0"/>
            <a:stretch/>
          </p:blipFill>
          <p:spPr>
            <a:xfrm>
              <a:off x="-196351" y="4436776"/>
              <a:ext cx="1423225" cy="1358350"/>
            </a:xfrm>
            <a:prstGeom prst="rect">
              <a:avLst/>
            </a:prstGeom>
            <a:noFill/>
            <a:ln>
              <a:noFill/>
            </a:ln>
          </p:spPr>
        </p:pic>
        <p:pic>
          <p:nvPicPr>
            <p:cNvPr id="1044" name="Google Shape;1044;p59"/>
            <p:cNvPicPr preferRelativeResize="0"/>
            <p:nvPr/>
          </p:nvPicPr>
          <p:blipFill rotWithShape="1">
            <a:blip r:embed="rId9">
              <a:alphaModFix/>
            </a:blip>
            <a:srcRect b="0" l="0" r="0" t="0"/>
            <a:stretch/>
          </p:blipFill>
          <p:spPr>
            <a:xfrm>
              <a:off x="-196342" y="3926472"/>
              <a:ext cx="554649" cy="485315"/>
            </a:xfrm>
            <a:prstGeom prst="rect">
              <a:avLst/>
            </a:prstGeom>
            <a:noFill/>
            <a:ln>
              <a:noFill/>
            </a:ln>
          </p:spPr>
        </p:pic>
      </p:grpSp>
      <p:grpSp>
        <p:nvGrpSpPr>
          <p:cNvPr id="1045" name="Google Shape;1045;p59"/>
          <p:cNvGrpSpPr/>
          <p:nvPr/>
        </p:nvGrpSpPr>
        <p:grpSpPr>
          <a:xfrm>
            <a:off x="7425243" y="1902430"/>
            <a:ext cx="2520911" cy="3892686"/>
            <a:chOff x="7425243" y="1902430"/>
            <a:chExt cx="2520911" cy="3892686"/>
          </a:xfrm>
        </p:grpSpPr>
        <p:pic>
          <p:nvPicPr>
            <p:cNvPr id="1046" name="Google Shape;1046;p59"/>
            <p:cNvPicPr preferRelativeResize="0"/>
            <p:nvPr/>
          </p:nvPicPr>
          <p:blipFill rotWithShape="1">
            <a:blip r:embed="rId2">
              <a:alphaModFix/>
            </a:blip>
            <a:srcRect b="0" l="0" r="0" t="0"/>
            <a:stretch/>
          </p:blipFill>
          <p:spPr>
            <a:xfrm rot="-377691">
              <a:off x="7584651" y="2654726"/>
              <a:ext cx="2202096" cy="3028796"/>
            </a:xfrm>
            <a:prstGeom prst="rect">
              <a:avLst/>
            </a:prstGeom>
            <a:noFill/>
            <a:ln>
              <a:noFill/>
            </a:ln>
          </p:spPr>
        </p:pic>
        <p:pic>
          <p:nvPicPr>
            <p:cNvPr id="1047" name="Google Shape;1047;p59"/>
            <p:cNvPicPr preferRelativeResize="0"/>
            <p:nvPr/>
          </p:nvPicPr>
          <p:blipFill rotWithShape="1">
            <a:blip r:embed="rId10">
              <a:alphaModFix/>
            </a:blip>
            <a:srcRect b="0" l="0" r="0" t="0"/>
            <a:stretch/>
          </p:blipFill>
          <p:spPr>
            <a:xfrm rot="-3904245">
              <a:off x="8617971" y="2016310"/>
              <a:ext cx="444766" cy="303486"/>
            </a:xfrm>
            <a:prstGeom prst="rect">
              <a:avLst/>
            </a:prstGeom>
            <a:noFill/>
            <a:ln>
              <a:noFill/>
            </a:ln>
          </p:spPr>
        </p:pic>
        <p:pic>
          <p:nvPicPr>
            <p:cNvPr id="1048" name="Google Shape;1048;p59"/>
            <p:cNvPicPr preferRelativeResize="0"/>
            <p:nvPr/>
          </p:nvPicPr>
          <p:blipFill rotWithShape="1">
            <a:blip r:embed="rId11">
              <a:alphaModFix/>
            </a:blip>
            <a:srcRect b="0" l="0" r="0" t="0"/>
            <a:stretch/>
          </p:blipFill>
          <p:spPr>
            <a:xfrm>
              <a:off x="8032720" y="4300174"/>
              <a:ext cx="977117" cy="977125"/>
            </a:xfrm>
            <a:prstGeom prst="rect">
              <a:avLst/>
            </a:prstGeom>
            <a:noFill/>
            <a:ln>
              <a:noFill/>
            </a:ln>
          </p:spPr>
        </p:pic>
      </p:grpSp>
      <p:pic>
        <p:nvPicPr>
          <p:cNvPr id="1049" name="Google Shape;1049;p59"/>
          <p:cNvPicPr preferRelativeResize="0"/>
          <p:nvPr/>
        </p:nvPicPr>
        <p:blipFill rotWithShape="1">
          <a:blip r:embed="rId12">
            <a:alphaModFix/>
          </a:blip>
          <a:srcRect b="0" l="0" r="0" t="0"/>
          <a:stretch/>
        </p:blipFill>
        <p:spPr>
          <a:xfrm>
            <a:off x="5764051" y="4734043"/>
            <a:ext cx="643602" cy="49970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1_1_1_2_1_1">
    <p:spTree>
      <p:nvGrpSpPr>
        <p:cNvPr id="1050" name="Shape 1050"/>
        <p:cNvGrpSpPr/>
        <p:nvPr/>
      </p:nvGrpSpPr>
      <p:grpSpPr>
        <a:xfrm>
          <a:off x="0" y="0"/>
          <a:ext cx="0" cy="0"/>
          <a:chOff x="0" y="0"/>
          <a:chExt cx="0" cy="0"/>
        </a:xfrm>
      </p:grpSpPr>
      <p:sp>
        <p:nvSpPr>
          <p:cNvPr id="1051" name="Google Shape;1051;p60"/>
          <p:cNvSpPr txBox="1"/>
          <p:nvPr>
            <p:ph type="title"/>
          </p:nvPr>
        </p:nvSpPr>
        <p:spPr>
          <a:xfrm>
            <a:off x="720000" y="1084154"/>
            <a:ext cx="3259200" cy="176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52" name="Google Shape;1052;p60"/>
          <p:cNvSpPr txBox="1"/>
          <p:nvPr>
            <p:ph idx="1" type="subTitle"/>
          </p:nvPr>
        </p:nvSpPr>
        <p:spPr>
          <a:xfrm>
            <a:off x="720000" y="2821779"/>
            <a:ext cx="3259200" cy="119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53" name="Google Shape;1053;p60"/>
          <p:cNvSpPr/>
          <p:nvPr>
            <p:ph idx="2" type="pic"/>
          </p:nvPr>
        </p:nvSpPr>
        <p:spPr>
          <a:xfrm>
            <a:off x="4751800" y="733275"/>
            <a:ext cx="3677100" cy="3676800"/>
          </a:xfrm>
          <a:prstGeom prst="ellipse">
            <a:avLst/>
          </a:prstGeom>
          <a:noFill/>
          <a:ln>
            <a:noFill/>
          </a:ln>
        </p:spPr>
      </p:sp>
      <p:pic>
        <p:nvPicPr>
          <p:cNvPr id="1054" name="Google Shape;1054;p60"/>
          <p:cNvPicPr preferRelativeResize="0"/>
          <p:nvPr/>
        </p:nvPicPr>
        <p:blipFill rotWithShape="1">
          <a:blip r:embed="rId2">
            <a:alphaModFix/>
          </a:blip>
          <a:srcRect b="0" l="0" r="0" t="0"/>
          <a:stretch/>
        </p:blipFill>
        <p:spPr>
          <a:xfrm>
            <a:off x="4806025" y="384949"/>
            <a:ext cx="977117" cy="977125"/>
          </a:xfrm>
          <a:prstGeom prst="rect">
            <a:avLst/>
          </a:prstGeom>
          <a:noFill/>
          <a:ln>
            <a:noFill/>
          </a:ln>
        </p:spPr>
      </p:pic>
      <p:grpSp>
        <p:nvGrpSpPr>
          <p:cNvPr id="1055" name="Google Shape;1055;p60"/>
          <p:cNvGrpSpPr/>
          <p:nvPr/>
        </p:nvGrpSpPr>
        <p:grpSpPr>
          <a:xfrm>
            <a:off x="5327300" y="824062"/>
            <a:ext cx="3101595" cy="3495390"/>
            <a:chOff x="10045025" y="1973719"/>
            <a:chExt cx="3101596" cy="3495390"/>
          </a:xfrm>
        </p:grpSpPr>
        <p:grpSp>
          <p:nvGrpSpPr>
            <p:cNvPr id="1056" name="Google Shape;1056;p60"/>
            <p:cNvGrpSpPr/>
            <p:nvPr/>
          </p:nvGrpSpPr>
          <p:grpSpPr>
            <a:xfrm>
              <a:off x="10045158" y="1973719"/>
              <a:ext cx="3101463" cy="3489075"/>
              <a:chOff x="732279" y="296625"/>
              <a:chExt cx="2475428" cy="3761400"/>
            </a:xfrm>
          </p:grpSpPr>
          <p:cxnSp>
            <p:nvCxnSpPr>
              <p:cNvPr id="1057" name="Google Shape;1057;p60"/>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58" name="Google Shape;1058;p60"/>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59" name="Google Shape;1059;p60"/>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0" name="Google Shape;1060;p60"/>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1" name="Google Shape;1061;p60"/>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2" name="Google Shape;1062;p60"/>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3" name="Google Shape;1063;p60"/>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4" name="Google Shape;1064;p60"/>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5" name="Google Shape;1065;p60"/>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6" name="Google Shape;1066;p60"/>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7" name="Google Shape;1067;p60"/>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8" name="Google Shape;1068;p60"/>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69" name="Google Shape;1069;p60"/>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70" name="Google Shape;1070;p60"/>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71" name="Google Shape;1071;p60"/>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72" name="Google Shape;1072;p60"/>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073" name="Google Shape;1073;p60"/>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074" name="Google Shape;1074;p60"/>
            <p:cNvGrpSpPr/>
            <p:nvPr/>
          </p:nvGrpSpPr>
          <p:grpSpPr>
            <a:xfrm rot="5400000">
              <a:off x="9851137" y="2173846"/>
              <a:ext cx="3489151" cy="3101374"/>
              <a:chOff x="887000" y="296626"/>
              <a:chExt cx="2784860" cy="3343800"/>
            </a:xfrm>
          </p:grpSpPr>
          <p:cxnSp>
            <p:nvCxnSpPr>
              <p:cNvPr id="1075" name="Google Shape;1075;p60"/>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76" name="Google Shape;1076;p60"/>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77" name="Google Shape;1077;p60"/>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78" name="Google Shape;1078;p60"/>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79" name="Google Shape;1079;p60"/>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0" name="Google Shape;1080;p60"/>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1" name="Google Shape;1081;p60"/>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2" name="Google Shape;1082;p60"/>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3" name="Google Shape;1083;p60"/>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4" name="Google Shape;1084;p60"/>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5" name="Google Shape;1085;p60"/>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6" name="Google Shape;1086;p60"/>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7" name="Google Shape;1087;p60"/>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8" name="Google Shape;1088;p60"/>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89" name="Google Shape;1089;p60"/>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90" name="Google Shape;1090;p60"/>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91" name="Google Shape;1091;p60"/>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92" name="Google Shape;1092;p60"/>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093" name="Google Shape;1093;p60"/>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094" name="Google Shape;1094;p60"/>
          <p:cNvPicPr preferRelativeResize="0"/>
          <p:nvPr/>
        </p:nvPicPr>
        <p:blipFill rotWithShape="1">
          <a:blip r:embed="rId3">
            <a:alphaModFix/>
          </a:blip>
          <a:srcRect b="0" l="0" r="0" t="0"/>
          <a:stretch/>
        </p:blipFill>
        <p:spPr>
          <a:xfrm flipH="1" rot="5740570">
            <a:off x="-387823" y="-762060"/>
            <a:ext cx="2202095" cy="3028795"/>
          </a:xfrm>
          <a:prstGeom prst="rect">
            <a:avLst/>
          </a:prstGeom>
          <a:noFill/>
          <a:ln>
            <a:noFill/>
          </a:ln>
        </p:spPr>
      </p:pic>
      <p:grpSp>
        <p:nvGrpSpPr>
          <p:cNvPr id="1095" name="Google Shape;1095;p60"/>
          <p:cNvGrpSpPr/>
          <p:nvPr/>
        </p:nvGrpSpPr>
        <p:grpSpPr>
          <a:xfrm>
            <a:off x="322675" y="4155900"/>
            <a:ext cx="4178528" cy="1964874"/>
            <a:chOff x="322675" y="4155900"/>
            <a:chExt cx="4178528" cy="1964874"/>
          </a:xfrm>
        </p:grpSpPr>
        <p:pic>
          <p:nvPicPr>
            <p:cNvPr id="1096" name="Google Shape;1096;p60"/>
            <p:cNvPicPr preferRelativeResize="0"/>
            <p:nvPr/>
          </p:nvPicPr>
          <p:blipFill rotWithShape="1">
            <a:blip r:embed="rId4">
              <a:alphaModFix/>
            </a:blip>
            <a:srcRect b="9272" l="0" r="6059" t="0"/>
            <a:stretch/>
          </p:blipFill>
          <p:spPr>
            <a:xfrm>
              <a:off x="322675" y="4155900"/>
              <a:ext cx="1859701" cy="1964874"/>
            </a:xfrm>
            <a:prstGeom prst="rect">
              <a:avLst/>
            </a:prstGeom>
            <a:noFill/>
            <a:ln>
              <a:noFill/>
            </a:ln>
          </p:spPr>
        </p:pic>
        <p:pic>
          <p:nvPicPr>
            <p:cNvPr id="1097" name="Google Shape;1097;p60"/>
            <p:cNvPicPr preferRelativeResize="0"/>
            <p:nvPr/>
          </p:nvPicPr>
          <p:blipFill rotWithShape="1">
            <a:blip r:embed="rId5">
              <a:alphaModFix/>
            </a:blip>
            <a:srcRect b="0" l="0" r="0" t="0"/>
            <a:stretch/>
          </p:blipFill>
          <p:spPr>
            <a:xfrm>
              <a:off x="3682085" y="4762495"/>
              <a:ext cx="819118" cy="638750"/>
            </a:xfrm>
            <a:prstGeom prst="rect">
              <a:avLst/>
            </a:prstGeom>
            <a:noFill/>
            <a:ln>
              <a:noFill/>
            </a:ln>
          </p:spPr>
        </p:pic>
        <p:pic>
          <p:nvPicPr>
            <p:cNvPr id="1098" name="Google Shape;1098;p60"/>
            <p:cNvPicPr preferRelativeResize="0"/>
            <p:nvPr/>
          </p:nvPicPr>
          <p:blipFill rotWithShape="1">
            <a:blip r:embed="rId6">
              <a:alphaModFix/>
            </a:blip>
            <a:srcRect b="0" l="0" r="0" t="0"/>
            <a:stretch/>
          </p:blipFill>
          <p:spPr>
            <a:xfrm>
              <a:off x="2244627" y="4353945"/>
              <a:ext cx="537311" cy="509121"/>
            </a:xfrm>
            <a:prstGeom prst="rect">
              <a:avLst/>
            </a:prstGeom>
            <a:noFill/>
            <a:ln>
              <a:noFill/>
            </a:ln>
          </p:spPr>
        </p:pic>
      </p:grpSp>
      <p:pic>
        <p:nvPicPr>
          <p:cNvPr id="1099" name="Google Shape;1099;p60"/>
          <p:cNvPicPr preferRelativeResize="0"/>
          <p:nvPr/>
        </p:nvPicPr>
        <p:blipFill rotWithShape="1">
          <a:blip r:embed="rId7">
            <a:alphaModFix/>
          </a:blip>
          <a:srcRect b="0" l="0" r="0" t="0"/>
          <a:stretch/>
        </p:blipFill>
        <p:spPr>
          <a:xfrm>
            <a:off x="7259451" y="-299139"/>
            <a:ext cx="809724" cy="834132"/>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
    <p:spTree>
      <p:nvGrpSpPr>
        <p:cNvPr id="1100" name="Shape 1100"/>
        <p:cNvGrpSpPr/>
        <p:nvPr/>
      </p:nvGrpSpPr>
      <p:grpSpPr>
        <a:xfrm>
          <a:off x="0" y="0"/>
          <a:ext cx="0" cy="0"/>
          <a:chOff x="0" y="0"/>
          <a:chExt cx="0" cy="0"/>
        </a:xfrm>
      </p:grpSpPr>
      <p:sp>
        <p:nvSpPr>
          <p:cNvPr id="1101" name="Google Shape;1101;p61"/>
          <p:cNvSpPr txBox="1"/>
          <p:nvPr>
            <p:ph idx="1" type="subTitle"/>
          </p:nvPr>
        </p:nvSpPr>
        <p:spPr>
          <a:xfrm>
            <a:off x="4992025" y="10899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2" name="Google Shape;1102;p61"/>
          <p:cNvSpPr txBox="1"/>
          <p:nvPr>
            <p:ph idx="2" type="subTitle"/>
          </p:nvPr>
        </p:nvSpPr>
        <p:spPr>
          <a:xfrm>
            <a:off x="4992025" y="722405"/>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3" name="Google Shape;1103;p61"/>
          <p:cNvSpPr txBox="1"/>
          <p:nvPr>
            <p:ph idx="3" type="subTitle"/>
          </p:nvPr>
        </p:nvSpPr>
        <p:spPr>
          <a:xfrm>
            <a:off x="4992025" y="24407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4" name="Google Shape;1104;p61"/>
          <p:cNvSpPr txBox="1"/>
          <p:nvPr>
            <p:ph idx="4" type="subTitle"/>
          </p:nvPr>
        </p:nvSpPr>
        <p:spPr>
          <a:xfrm>
            <a:off x="4992025" y="2073203"/>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5" name="Google Shape;1105;p61"/>
          <p:cNvSpPr txBox="1"/>
          <p:nvPr>
            <p:ph idx="5" type="subTitle"/>
          </p:nvPr>
        </p:nvSpPr>
        <p:spPr>
          <a:xfrm>
            <a:off x="4992025" y="37915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6" name="Google Shape;1106;p61"/>
          <p:cNvSpPr txBox="1"/>
          <p:nvPr>
            <p:ph idx="6" type="subTitle"/>
          </p:nvPr>
        </p:nvSpPr>
        <p:spPr>
          <a:xfrm>
            <a:off x="4992025" y="3424001"/>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107" name="Google Shape;1107;p61"/>
          <p:cNvPicPr preferRelativeResize="0"/>
          <p:nvPr/>
        </p:nvPicPr>
        <p:blipFill rotWithShape="1">
          <a:blip r:embed="rId2">
            <a:alphaModFix/>
          </a:blip>
          <a:srcRect b="9272" l="0" r="6059" t="0"/>
          <a:stretch/>
        </p:blipFill>
        <p:spPr>
          <a:xfrm flipH="1">
            <a:off x="1753354" y="3791500"/>
            <a:ext cx="1859701" cy="1964874"/>
          </a:xfrm>
          <a:prstGeom prst="rect">
            <a:avLst/>
          </a:prstGeom>
          <a:noFill/>
          <a:ln>
            <a:noFill/>
          </a:ln>
        </p:spPr>
      </p:pic>
      <p:pic>
        <p:nvPicPr>
          <p:cNvPr id="1108" name="Google Shape;1108;p61"/>
          <p:cNvPicPr preferRelativeResize="0"/>
          <p:nvPr/>
        </p:nvPicPr>
        <p:blipFill rotWithShape="1">
          <a:blip r:embed="rId3">
            <a:alphaModFix/>
          </a:blip>
          <a:srcRect b="0" l="0" r="0" t="0"/>
          <a:stretch/>
        </p:blipFill>
        <p:spPr>
          <a:xfrm flipH="1">
            <a:off x="4645028" y="4762495"/>
            <a:ext cx="819118" cy="638750"/>
          </a:xfrm>
          <a:prstGeom prst="rect">
            <a:avLst/>
          </a:prstGeom>
          <a:noFill/>
          <a:ln>
            <a:noFill/>
          </a:ln>
        </p:spPr>
      </p:pic>
      <p:pic>
        <p:nvPicPr>
          <p:cNvPr id="1109" name="Google Shape;1109;p61"/>
          <p:cNvPicPr preferRelativeResize="0"/>
          <p:nvPr/>
        </p:nvPicPr>
        <p:blipFill rotWithShape="1">
          <a:blip r:embed="rId4">
            <a:alphaModFix/>
          </a:blip>
          <a:srcRect b="0" l="0" r="0" t="0"/>
          <a:stretch/>
        </p:blipFill>
        <p:spPr>
          <a:xfrm rot="-2339220">
            <a:off x="7474830" y="-876360"/>
            <a:ext cx="2202097" cy="3028793"/>
          </a:xfrm>
          <a:prstGeom prst="rect">
            <a:avLst/>
          </a:prstGeom>
          <a:noFill/>
          <a:ln>
            <a:noFill/>
          </a:ln>
        </p:spPr>
      </p:pic>
      <p:pic>
        <p:nvPicPr>
          <p:cNvPr id="1110" name="Google Shape;1110;p61"/>
          <p:cNvPicPr preferRelativeResize="0"/>
          <p:nvPr/>
        </p:nvPicPr>
        <p:blipFill rotWithShape="1">
          <a:blip r:embed="rId5">
            <a:alphaModFix/>
          </a:blip>
          <a:srcRect b="0" l="0" r="0" t="0"/>
          <a:stretch/>
        </p:blipFill>
        <p:spPr>
          <a:xfrm flipH="1">
            <a:off x="545913" y="-591801"/>
            <a:ext cx="977117" cy="977125"/>
          </a:xfrm>
          <a:prstGeom prst="rect">
            <a:avLst/>
          </a:prstGeom>
          <a:noFill/>
          <a:ln>
            <a:noFill/>
          </a:ln>
        </p:spPr>
      </p:pic>
      <p:pic>
        <p:nvPicPr>
          <p:cNvPr id="1111" name="Google Shape;1111;p61"/>
          <p:cNvPicPr preferRelativeResize="0"/>
          <p:nvPr/>
        </p:nvPicPr>
        <p:blipFill rotWithShape="1">
          <a:blip r:embed="rId6">
            <a:alphaModFix/>
          </a:blip>
          <a:srcRect b="0" l="0" r="0" t="0"/>
          <a:stretch/>
        </p:blipFill>
        <p:spPr>
          <a:xfrm flipH="1">
            <a:off x="715092" y="4349208"/>
            <a:ext cx="638761" cy="435853"/>
          </a:xfrm>
          <a:prstGeom prst="rect">
            <a:avLst/>
          </a:prstGeom>
          <a:noFill/>
          <a:ln>
            <a:noFill/>
          </a:ln>
        </p:spPr>
      </p:pic>
      <p:pic>
        <p:nvPicPr>
          <p:cNvPr id="1112" name="Google Shape;1112;p61"/>
          <p:cNvPicPr preferRelativeResize="0"/>
          <p:nvPr/>
        </p:nvPicPr>
        <p:blipFill rotWithShape="1">
          <a:blip r:embed="rId7">
            <a:alphaModFix/>
          </a:blip>
          <a:srcRect b="0" l="0" r="0" t="0"/>
          <a:stretch/>
        </p:blipFill>
        <p:spPr>
          <a:xfrm flipH="1">
            <a:off x="-350572" y="1486579"/>
            <a:ext cx="1124450" cy="1073233"/>
          </a:xfrm>
          <a:prstGeom prst="rect">
            <a:avLst/>
          </a:prstGeom>
          <a:noFill/>
          <a:ln>
            <a:noFill/>
          </a:ln>
        </p:spPr>
      </p:pic>
      <p:grpSp>
        <p:nvGrpSpPr>
          <p:cNvPr id="1113" name="Google Shape;1113;p61"/>
          <p:cNvGrpSpPr/>
          <p:nvPr/>
        </p:nvGrpSpPr>
        <p:grpSpPr>
          <a:xfrm flipH="1">
            <a:off x="717334" y="824062"/>
            <a:ext cx="3101596" cy="3495390"/>
            <a:chOff x="10045025" y="1973719"/>
            <a:chExt cx="3101596" cy="3495390"/>
          </a:xfrm>
        </p:grpSpPr>
        <p:grpSp>
          <p:nvGrpSpPr>
            <p:cNvPr id="1114" name="Google Shape;1114;p61"/>
            <p:cNvGrpSpPr/>
            <p:nvPr/>
          </p:nvGrpSpPr>
          <p:grpSpPr>
            <a:xfrm>
              <a:off x="10045158" y="1973719"/>
              <a:ext cx="3101463" cy="3489075"/>
              <a:chOff x="732279" y="296625"/>
              <a:chExt cx="2475428" cy="3761400"/>
            </a:xfrm>
          </p:grpSpPr>
          <p:cxnSp>
            <p:nvCxnSpPr>
              <p:cNvPr id="1115" name="Google Shape;1115;p61"/>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16" name="Google Shape;1116;p61"/>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17" name="Google Shape;1117;p61"/>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18" name="Google Shape;1118;p61"/>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19" name="Google Shape;1119;p61"/>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0" name="Google Shape;1120;p61"/>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1" name="Google Shape;1121;p61"/>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2" name="Google Shape;1122;p61"/>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3" name="Google Shape;1123;p61"/>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4" name="Google Shape;1124;p61"/>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5" name="Google Shape;1125;p61"/>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6" name="Google Shape;1126;p61"/>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7" name="Google Shape;1127;p61"/>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8" name="Google Shape;1128;p61"/>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29" name="Google Shape;1129;p61"/>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30" name="Google Shape;1130;p61"/>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31" name="Google Shape;1131;p61"/>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132" name="Google Shape;1132;p61"/>
            <p:cNvGrpSpPr/>
            <p:nvPr/>
          </p:nvGrpSpPr>
          <p:grpSpPr>
            <a:xfrm rot="5400000">
              <a:off x="9851137" y="2173846"/>
              <a:ext cx="3489151" cy="3101374"/>
              <a:chOff x="887000" y="296626"/>
              <a:chExt cx="2784860" cy="3343800"/>
            </a:xfrm>
          </p:grpSpPr>
          <p:cxnSp>
            <p:nvCxnSpPr>
              <p:cNvPr id="1133" name="Google Shape;1133;p61"/>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4" name="Google Shape;1134;p61"/>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5" name="Google Shape;1135;p61"/>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6" name="Google Shape;1136;p61"/>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7" name="Google Shape;1137;p61"/>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8" name="Google Shape;1138;p61"/>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39" name="Google Shape;1139;p61"/>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0" name="Google Shape;1140;p61"/>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1" name="Google Shape;1141;p61"/>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2" name="Google Shape;1142;p61"/>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3" name="Google Shape;1143;p61"/>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4" name="Google Shape;1144;p61"/>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5" name="Google Shape;1145;p61"/>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6" name="Google Shape;1146;p61"/>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7" name="Google Shape;1147;p61"/>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8" name="Google Shape;1148;p61"/>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49" name="Google Shape;1149;p61"/>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50" name="Google Shape;1150;p61"/>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51" name="Google Shape;1151;p61"/>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2" name="Shape 1152"/>
        <p:cNvGrpSpPr/>
        <p:nvPr/>
      </p:nvGrpSpPr>
      <p:grpSpPr>
        <a:xfrm>
          <a:off x="0" y="0"/>
          <a:ext cx="0" cy="0"/>
          <a:chOff x="0" y="0"/>
          <a:chExt cx="0" cy="0"/>
        </a:xfrm>
      </p:grpSpPr>
      <p:sp>
        <p:nvSpPr>
          <p:cNvPr id="1153" name="Google Shape;1153;p62"/>
          <p:cNvSpPr txBox="1"/>
          <p:nvPr>
            <p:ph type="title"/>
          </p:nvPr>
        </p:nvSpPr>
        <p:spPr>
          <a:xfrm>
            <a:off x="1123375" y="1015623"/>
            <a:ext cx="6897300" cy="2871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pic>
        <p:nvPicPr>
          <p:cNvPr id="1154" name="Google Shape;1154;p62"/>
          <p:cNvPicPr preferRelativeResize="0"/>
          <p:nvPr/>
        </p:nvPicPr>
        <p:blipFill rotWithShape="1">
          <a:blip r:embed="rId2">
            <a:alphaModFix/>
          </a:blip>
          <a:srcRect b="0" l="0" r="0" t="0"/>
          <a:stretch/>
        </p:blipFill>
        <p:spPr>
          <a:xfrm flipH="1" rot="5740570">
            <a:off x="7756052" y="3809940"/>
            <a:ext cx="2202095" cy="3028795"/>
          </a:xfrm>
          <a:prstGeom prst="rect">
            <a:avLst/>
          </a:prstGeom>
          <a:noFill/>
          <a:ln>
            <a:noFill/>
          </a:ln>
        </p:spPr>
      </p:pic>
      <p:pic>
        <p:nvPicPr>
          <p:cNvPr id="1155" name="Google Shape;1155;p62"/>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1156" name="Google Shape;1156;p62"/>
          <p:cNvGrpSpPr/>
          <p:nvPr/>
        </p:nvGrpSpPr>
        <p:grpSpPr>
          <a:xfrm>
            <a:off x="-518450" y="2831236"/>
            <a:ext cx="1523978" cy="1886409"/>
            <a:chOff x="-518450" y="2831236"/>
            <a:chExt cx="1523978" cy="1886409"/>
          </a:xfrm>
        </p:grpSpPr>
        <p:pic>
          <p:nvPicPr>
            <p:cNvPr id="1157" name="Google Shape;1157;p62"/>
            <p:cNvPicPr preferRelativeResize="0"/>
            <p:nvPr/>
          </p:nvPicPr>
          <p:blipFill rotWithShape="1">
            <a:blip r:embed="rId3">
              <a:alphaModFix/>
            </a:blip>
            <a:srcRect b="0" l="0" r="0" t="0"/>
            <a:stretch/>
          </p:blipFill>
          <p:spPr>
            <a:xfrm>
              <a:off x="186410" y="4078895"/>
              <a:ext cx="819118" cy="638750"/>
            </a:xfrm>
            <a:prstGeom prst="rect">
              <a:avLst/>
            </a:prstGeom>
            <a:noFill/>
            <a:ln>
              <a:noFill/>
            </a:ln>
          </p:spPr>
        </p:pic>
        <p:pic>
          <p:nvPicPr>
            <p:cNvPr id="1158" name="Google Shape;1158;p62"/>
            <p:cNvPicPr preferRelativeResize="0"/>
            <p:nvPr/>
          </p:nvPicPr>
          <p:blipFill rotWithShape="1">
            <a:blip r:embed="rId4">
              <a:alphaModFix/>
            </a:blip>
            <a:srcRect b="0" l="0" r="0" t="0"/>
            <a:stretch/>
          </p:blipFill>
          <p:spPr>
            <a:xfrm>
              <a:off x="-518450" y="2831236"/>
              <a:ext cx="977117" cy="977125"/>
            </a:xfrm>
            <a:prstGeom prst="rect">
              <a:avLst/>
            </a:prstGeom>
            <a:noFill/>
            <a:ln>
              <a:noFill/>
            </a:ln>
          </p:spPr>
        </p:pic>
      </p:grpSp>
      <p:grpSp>
        <p:nvGrpSpPr>
          <p:cNvPr id="1159" name="Google Shape;1159;p62"/>
          <p:cNvGrpSpPr/>
          <p:nvPr/>
        </p:nvGrpSpPr>
        <p:grpSpPr>
          <a:xfrm>
            <a:off x="2329098" y="4135354"/>
            <a:ext cx="2173974" cy="2074951"/>
            <a:chOff x="2329098" y="4135354"/>
            <a:chExt cx="2173974" cy="2074951"/>
          </a:xfrm>
        </p:grpSpPr>
        <p:pic>
          <p:nvPicPr>
            <p:cNvPr id="1160" name="Google Shape;1160;p62"/>
            <p:cNvPicPr preferRelativeResize="0"/>
            <p:nvPr/>
          </p:nvPicPr>
          <p:blipFill rotWithShape="1">
            <a:blip r:embed="rId5">
              <a:alphaModFix/>
            </a:blip>
            <a:srcRect b="0" l="0" r="0" t="0"/>
            <a:stretch/>
          </p:blipFill>
          <p:spPr>
            <a:xfrm>
              <a:off x="2329098" y="4135354"/>
              <a:ext cx="2173974" cy="2074951"/>
            </a:xfrm>
            <a:prstGeom prst="rect">
              <a:avLst/>
            </a:prstGeom>
            <a:noFill/>
            <a:ln>
              <a:noFill/>
            </a:ln>
          </p:spPr>
        </p:pic>
        <p:pic>
          <p:nvPicPr>
            <p:cNvPr id="1161" name="Google Shape;1161;p62"/>
            <p:cNvPicPr preferRelativeResize="0"/>
            <p:nvPr/>
          </p:nvPicPr>
          <p:blipFill rotWithShape="1">
            <a:blip r:embed="rId6">
              <a:alphaModFix/>
            </a:blip>
            <a:srcRect b="0" l="0" r="0" t="0"/>
            <a:stretch/>
          </p:blipFill>
          <p:spPr>
            <a:xfrm>
              <a:off x="3786040" y="4717658"/>
              <a:ext cx="537311" cy="509121"/>
            </a:xfrm>
            <a:prstGeom prst="rect">
              <a:avLst/>
            </a:prstGeom>
            <a:noFill/>
            <a:ln>
              <a:noFill/>
            </a:ln>
          </p:spPr>
        </p:pic>
      </p:grpSp>
      <p:pic>
        <p:nvPicPr>
          <p:cNvPr id="1162" name="Google Shape;1162;p62"/>
          <p:cNvPicPr preferRelativeResize="0"/>
          <p:nvPr/>
        </p:nvPicPr>
        <p:blipFill rotWithShape="1">
          <a:blip r:embed="rId7">
            <a:alphaModFix/>
          </a:blip>
          <a:srcRect b="0" l="0" r="0" t="0"/>
          <a:stretch/>
        </p:blipFill>
        <p:spPr>
          <a:xfrm>
            <a:off x="6487926" y="-299139"/>
            <a:ext cx="809724" cy="834132"/>
          </a:xfrm>
          <a:prstGeom prst="rect">
            <a:avLst/>
          </a:prstGeom>
          <a:noFill/>
          <a:ln>
            <a:noFill/>
          </a:ln>
        </p:spPr>
      </p:pic>
      <p:pic>
        <p:nvPicPr>
          <p:cNvPr id="1163" name="Google Shape;1163;p62"/>
          <p:cNvPicPr preferRelativeResize="0"/>
          <p:nvPr/>
        </p:nvPicPr>
        <p:blipFill rotWithShape="1">
          <a:blip r:embed="rId8">
            <a:alphaModFix/>
          </a:blip>
          <a:srcRect b="9272" l="0" r="6059" t="0"/>
          <a:stretch/>
        </p:blipFill>
        <p:spPr>
          <a:xfrm>
            <a:off x="3124850" y="-1063800"/>
            <a:ext cx="1859701" cy="1964874"/>
          </a:xfrm>
          <a:prstGeom prst="rect">
            <a:avLst/>
          </a:prstGeom>
          <a:noFill/>
          <a:ln>
            <a:noFill/>
          </a:ln>
        </p:spPr>
      </p:pic>
      <p:pic>
        <p:nvPicPr>
          <p:cNvPr id="1164" name="Google Shape;1164;p62"/>
          <p:cNvPicPr preferRelativeResize="0"/>
          <p:nvPr/>
        </p:nvPicPr>
        <p:blipFill rotWithShape="1">
          <a:blip r:embed="rId9">
            <a:alphaModFix/>
          </a:blip>
          <a:srcRect b="0" l="0" r="0" t="0"/>
          <a:stretch/>
        </p:blipFill>
        <p:spPr>
          <a:xfrm>
            <a:off x="8361677" y="1520733"/>
            <a:ext cx="638761" cy="435853"/>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_1_1">
    <p:spTree>
      <p:nvGrpSpPr>
        <p:cNvPr id="1165" name="Shape 1165"/>
        <p:cNvGrpSpPr/>
        <p:nvPr/>
      </p:nvGrpSpPr>
      <p:grpSpPr>
        <a:xfrm>
          <a:off x="0" y="0"/>
          <a:ext cx="0" cy="0"/>
          <a:chOff x="0" y="0"/>
          <a:chExt cx="0" cy="0"/>
        </a:xfrm>
      </p:grpSpPr>
      <p:sp>
        <p:nvSpPr>
          <p:cNvPr id="1166" name="Google Shape;1166;p63"/>
          <p:cNvSpPr txBox="1"/>
          <p:nvPr>
            <p:ph type="title"/>
          </p:nvPr>
        </p:nvSpPr>
        <p:spPr>
          <a:xfrm>
            <a:off x="720000" y="1391377"/>
            <a:ext cx="2946600" cy="119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67" name="Google Shape;1167;p63"/>
          <p:cNvSpPr txBox="1"/>
          <p:nvPr>
            <p:ph idx="1" type="subTitle"/>
          </p:nvPr>
        </p:nvSpPr>
        <p:spPr>
          <a:xfrm>
            <a:off x="720000" y="2553025"/>
            <a:ext cx="2946600" cy="119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68" name="Google Shape;1168;p63"/>
          <p:cNvGrpSpPr/>
          <p:nvPr/>
        </p:nvGrpSpPr>
        <p:grpSpPr>
          <a:xfrm>
            <a:off x="5327300" y="824062"/>
            <a:ext cx="3101595" cy="3495390"/>
            <a:chOff x="10045025" y="1973719"/>
            <a:chExt cx="3101596" cy="3495390"/>
          </a:xfrm>
        </p:grpSpPr>
        <p:grpSp>
          <p:nvGrpSpPr>
            <p:cNvPr id="1169" name="Google Shape;1169;p63"/>
            <p:cNvGrpSpPr/>
            <p:nvPr/>
          </p:nvGrpSpPr>
          <p:grpSpPr>
            <a:xfrm>
              <a:off x="10045158" y="1973719"/>
              <a:ext cx="3101463" cy="3489075"/>
              <a:chOff x="732279" y="296625"/>
              <a:chExt cx="2475428" cy="3761400"/>
            </a:xfrm>
          </p:grpSpPr>
          <p:cxnSp>
            <p:nvCxnSpPr>
              <p:cNvPr id="1170" name="Google Shape;1170;p63"/>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1" name="Google Shape;1171;p63"/>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2" name="Google Shape;1172;p63"/>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3" name="Google Shape;1173;p63"/>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4" name="Google Shape;1174;p63"/>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5" name="Google Shape;1175;p63"/>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6" name="Google Shape;1176;p63"/>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7" name="Google Shape;1177;p63"/>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8" name="Google Shape;1178;p63"/>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79" name="Google Shape;1179;p63"/>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0" name="Google Shape;1180;p63"/>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1" name="Google Shape;1181;p63"/>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2" name="Google Shape;1182;p63"/>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3" name="Google Shape;1183;p63"/>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4" name="Google Shape;1184;p63"/>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5" name="Google Shape;1185;p63"/>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186" name="Google Shape;1186;p63"/>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187" name="Google Shape;1187;p63"/>
            <p:cNvGrpSpPr/>
            <p:nvPr/>
          </p:nvGrpSpPr>
          <p:grpSpPr>
            <a:xfrm rot="5400000">
              <a:off x="9851137" y="2173846"/>
              <a:ext cx="3489151" cy="3101374"/>
              <a:chOff x="887000" y="296626"/>
              <a:chExt cx="2784860" cy="3343800"/>
            </a:xfrm>
          </p:grpSpPr>
          <p:cxnSp>
            <p:nvCxnSpPr>
              <p:cNvPr id="1188" name="Google Shape;1188;p63"/>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89" name="Google Shape;1189;p63"/>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0" name="Google Shape;1190;p63"/>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1" name="Google Shape;1191;p63"/>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2" name="Google Shape;1192;p63"/>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3" name="Google Shape;1193;p63"/>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4" name="Google Shape;1194;p63"/>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5" name="Google Shape;1195;p63"/>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6" name="Google Shape;1196;p63"/>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7" name="Google Shape;1197;p63"/>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8" name="Google Shape;1198;p63"/>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199" name="Google Shape;1199;p63"/>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0" name="Google Shape;1200;p63"/>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1" name="Google Shape;1201;p63"/>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2" name="Google Shape;1202;p63"/>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3" name="Google Shape;1203;p63"/>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4" name="Google Shape;1204;p63"/>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5" name="Google Shape;1205;p63"/>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06" name="Google Shape;1206;p63"/>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207" name="Google Shape;1207;p63"/>
          <p:cNvPicPr preferRelativeResize="0"/>
          <p:nvPr/>
        </p:nvPicPr>
        <p:blipFill rotWithShape="1">
          <a:blip r:embed="rId2">
            <a:alphaModFix/>
          </a:blip>
          <a:srcRect b="0" l="0" r="0" t="0"/>
          <a:stretch/>
        </p:blipFill>
        <p:spPr>
          <a:xfrm>
            <a:off x="7154676" y="-266489"/>
            <a:ext cx="809724" cy="834132"/>
          </a:xfrm>
          <a:prstGeom prst="rect">
            <a:avLst/>
          </a:prstGeom>
          <a:noFill/>
          <a:ln>
            <a:noFill/>
          </a:ln>
        </p:spPr>
      </p:pic>
      <p:pic>
        <p:nvPicPr>
          <p:cNvPr id="1208" name="Google Shape;1208;p63"/>
          <p:cNvPicPr preferRelativeResize="0"/>
          <p:nvPr/>
        </p:nvPicPr>
        <p:blipFill rotWithShape="1">
          <a:blip r:embed="rId3">
            <a:alphaModFix/>
          </a:blip>
          <a:srcRect b="0" l="0" r="0" t="0"/>
          <a:stretch/>
        </p:blipFill>
        <p:spPr>
          <a:xfrm flipH="1" rot="3074662">
            <a:off x="-540225" y="-650411"/>
            <a:ext cx="2202096" cy="3028796"/>
          </a:xfrm>
          <a:prstGeom prst="rect">
            <a:avLst/>
          </a:prstGeom>
          <a:noFill/>
          <a:ln>
            <a:noFill/>
          </a:ln>
        </p:spPr>
      </p:pic>
      <p:pic>
        <p:nvPicPr>
          <p:cNvPr id="1209" name="Google Shape;1209;p63"/>
          <p:cNvPicPr preferRelativeResize="0"/>
          <p:nvPr/>
        </p:nvPicPr>
        <p:blipFill rotWithShape="1">
          <a:blip r:embed="rId4">
            <a:alphaModFix/>
          </a:blip>
          <a:srcRect b="0" l="0" r="0" t="0"/>
          <a:stretch/>
        </p:blipFill>
        <p:spPr>
          <a:xfrm>
            <a:off x="8558545" y="474136"/>
            <a:ext cx="977117" cy="977125"/>
          </a:xfrm>
          <a:prstGeom prst="rect">
            <a:avLst/>
          </a:prstGeom>
          <a:noFill/>
          <a:ln>
            <a:noFill/>
          </a:ln>
        </p:spPr>
      </p:pic>
      <p:pic>
        <p:nvPicPr>
          <p:cNvPr id="1210" name="Google Shape;1210;p63"/>
          <p:cNvPicPr preferRelativeResize="0"/>
          <p:nvPr/>
        </p:nvPicPr>
        <p:blipFill rotWithShape="1">
          <a:blip r:embed="rId5">
            <a:alphaModFix/>
          </a:blip>
          <a:srcRect b="9272" l="0" r="6059" t="0"/>
          <a:stretch/>
        </p:blipFill>
        <p:spPr>
          <a:xfrm>
            <a:off x="-124675" y="4155900"/>
            <a:ext cx="1859701" cy="196487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11" name="Shape 1211"/>
        <p:cNvGrpSpPr/>
        <p:nvPr/>
      </p:nvGrpSpPr>
      <p:grpSpPr>
        <a:xfrm>
          <a:off x="0" y="0"/>
          <a:ext cx="0" cy="0"/>
          <a:chOff x="0" y="0"/>
          <a:chExt cx="0" cy="0"/>
        </a:xfrm>
      </p:grpSpPr>
      <p:sp>
        <p:nvSpPr>
          <p:cNvPr id="1212" name="Google Shape;1212;p64"/>
          <p:cNvSpPr txBox="1"/>
          <p:nvPr>
            <p:ph idx="1" type="subTitle"/>
          </p:nvPr>
        </p:nvSpPr>
        <p:spPr>
          <a:xfrm>
            <a:off x="1413675"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213" name="Google Shape;1213;p64"/>
          <p:cNvSpPr txBox="1"/>
          <p:nvPr>
            <p:ph idx="2" type="subTitle"/>
          </p:nvPr>
        </p:nvSpPr>
        <p:spPr>
          <a:xfrm>
            <a:off x="4931623"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214" name="Google Shape;1214;p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215" name="Google Shape;1215;p64"/>
          <p:cNvSpPr txBox="1"/>
          <p:nvPr>
            <p:ph idx="3" type="subTitle"/>
          </p:nvPr>
        </p:nvSpPr>
        <p:spPr>
          <a:xfrm>
            <a:off x="1413675"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6" name="Google Shape;1216;p64"/>
          <p:cNvSpPr txBox="1"/>
          <p:nvPr>
            <p:ph idx="4" type="subTitle"/>
          </p:nvPr>
        </p:nvSpPr>
        <p:spPr>
          <a:xfrm>
            <a:off x="4931623"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217" name="Google Shape;1217;p64"/>
          <p:cNvGrpSpPr/>
          <p:nvPr/>
        </p:nvGrpSpPr>
        <p:grpSpPr>
          <a:xfrm flipH="1">
            <a:off x="6938389" y="3878009"/>
            <a:ext cx="2582150" cy="1707619"/>
            <a:chOff x="-479021" y="3878009"/>
            <a:chExt cx="2582150" cy="1707619"/>
          </a:xfrm>
        </p:grpSpPr>
        <p:pic>
          <p:nvPicPr>
            <p:cNvPr id="1218" name="Google Shape;1218;p64"/>
            <p:cNvPicPr preferRelativeResize="0"/>
            <p:nvPr/>
          </p:nvPicPr>
          <p:blipFill rotWithShape="1">
            <a:blip r:embed="rId2">
              <a:alphaModFix/>
            </a:blip>
            <a:srcRect b="0" l="0" r="0" t="0"/>
            <a:stretch/>
          </p:blipFill>
          <p:spPr>
            <a:xfrm>
              <a:off x="1126004" y="4608503"/>
              <a:ext cx="977125" cy="977125"/>
            </a:xfrm>
            <a:prstGeom prst="rect">
              <a:avLst/>
            </a:prstGeom>
            <a:noFill/>
            <a:ln>
              <a:noFill/>
            </a:ln>
          </p:spPr>
        </p:pic>
        <p:pic>
          <p:nvPicPr>
            <p:cNvPr id="1219" name="Google Shape;1219;p64"/>
            <p:cNvPicPr preferRelativeResize="0"/>
            <p:nvPr/>
          </p:nvPicPr>
          <p:blipFill rotWithShape="1">
            <a:blip r:embed="rId3">
              <a:alphaModFix/>
            </a:blip>
            <a:srcRect b="0" l="0" r="0" t="0"/>
            <a:stretch/>
          </p:blipFill>
          <p:spPr>
            <a:xfrm>
              <a:off x="-479021" y="3878009"/>
              <a:ext cx="1530901" cy="1461128"/>
            </a:xfrm>
            <a:prstGeom prst="rect">
              <a:avLst/>
            </a:prstGeom>
            <a:noFill/>
            <a:ln>
              <a:noFill/>
            </a:ln>
          </p:spPr>
        </p:pic>
        <p:pic>
          <p:nvPicPr>
            <p:cNvPr id="1220" name="Google Shape;1220;p64"/>
            <p:cNvPicPr preferRelativeResize="0"/>
            <p:nvPr/>
          </p:nvPicPr>
          <p:blipFill rotWithShape="1">
            <a:blip r:embed="rId4">
              <a:alphaModFix/>
            </a:blip>
            <a:srcRect b="0" l="0" r="0" t="0"/>
            <a:stretch/>
          </p:blipFill>
          <p:spPr>
            <a:xfrm>
              <a:off x="540406" y="4734060"/>
              <a:ext cx="511481" cy="409444"/>
            </a:xfrm>
            <a:prstGeom prst="rect">
              <a:avLst/>
            </a:prstGeom>
            <a:noFill/>
            <a:ln>
              <a:noFill/>
            </a:ln>
          </p:spPr>
        </p:pic>
      </p:grpSp>
      <p:grpSp>
        <p:nvGrpSpPr>
          <p:cNvPr id="1221" name="Google Shape;1221;p64"/>
          <p:cNvGrpSpPr/>
          <p:nvPr/>
        </p:nvGrpSpPr>
        <p:grpSpPr>
          <a:xfrm flipH="1">
            <a:off x="-799863" y="1988960"/>
            <a:ext cx="2520911" cy="3694556"/>
            <a:chOff x="7320468" y="1988960"/>
            <a:chExt cx="2520911" cy="3694556"/>
          </a:xfrm>
        </p:grpSpPr>
        <p:pic>
          <p:nvPicPr>
            <p:cNvPr id="1222" name="Google Shape;1222;p64"/>
            <p:cNvPicPr preferRelativeResize="0"/>
            <p:nvPr/>
          </p:nvPicPr>
          <p:blipFill rotWithShape="1">
            <a:blip r:embed="rId5">
              <a:alphaModFix/>
            </a:blip>
            <a:srcRect b="0" l="0" r="0" t="0"/>
            <a:stretch/>
          </p:blipFill>
          <p:spPr>
            <a:xfrm rot="-377691">
              <a:off x="7479876" y="2543126"/>
              <a:ext cx="2202096" cy="3028796"/>
            </a:xfrm>
            <a:prstGeom prst="rect">
              <a:avLst/>
            </a:prstGeom>
            <a:noFill/>
            <a:ln>
              <a:noFill/>
            </a:ln>
          </p:spPr>
        </p:pic>
        <p:pic>
          <p:nvPicPr>
            <p:cNvPr id="1223" name="Google Shape;1223;p64"/>
            <p:cNvPicPr preferRelativeResize="0"/>
            <p:nvPr/>
          </p:nvPicPr>
          <p:blipFill rotWithShape="1">
            <a:blip r:embed="rId6">
              <a:alphaModFix/>
            </a:blip>
            <a:srcRect b="0" l="0" r="0" t="0"/>
            <a:stretch/>
          </p:blipFill>
          <p:spPr>
            <a:xfrm>
              <a:off x="7730328" y="4661450"/>
              <a:ext cx="570347" cy="554646"/>
            </a:xfrm>
            <a:prstGeom prst="rect">
              <a:avLst/>
            </a:prstGeom>
            <a:noFill/>
            <a:ln>
              <a:noFill/>
            </a:ln>
          </p:spPr>
        </p:pic>
        <p:pic>
          <p:nvPicPr>
            <p:cNvPr id="1224" name="Google Shape;1224;p64"/>
            <p:cNvPicPr preferRelativeResize="0"/>
            <p:nvPr/>
          </p:nvPicPr>
          <p:blipFill rotWithShape="1">
            <a:blip r:embed="rId7">
              <a:alphaModFix/>
            </a:blip>
            <a:srcRect b="0" l="0" r="0" t="0"/>
            <a:stretch/>
          </p:blipFill>
          <p:spPr>
            <a:xfrm>
              <a:off x="8568433" y="1988960"/>
              <a:ext cx="554649" cy="485315"/>
            </a:xfrm>
            <a:prstGeom prst="rect">
              <a:avLst/>
            </a:prstGeom>
            <a:noFill/>
            <a:ln>
              <a:noFill/>
            </a:ln>
          </p:spPr>
        </p:pic>
      </p:grpSp>
      <p:grpSp>
        <p:nvGrpSpPr>
          <p:cNvPr id="1225" name="Google Shape;1225;p64"/>
          <p:cNvGrpSpPr/>
          <p:nvPr/>
        </p:nvGrpSpPr>
        <p:grpSpPr>
          <a:xfrm flipH="1">
            <a:off x="-504020" y="-113076"/>
            <a:ext cx="1337141" cy="1575572"/>
            <a:chOff x="8208396" y="-113076"/>
            <a:chExt cx="1337141" cy="1575572"/>
          </a:xfrm>
        </p:grpSpPr>
        <p:pic>
          <p:nvPicPr>
            <p:cNvPr id="1226" name="Google Shape;1226;p64"/>
            <p:cNvPicPr preferRelativeResize="0"/>
            <p:nvPr/>
          </p:nvPicPr>
          <p:blipFill rotWithShape="1">
            <a:blip r:embed="rId8">
              <a:alphaModFix/>
            </a:blip>
            <a:srcRect b="0" l="0" r="0" t="0"/>
            <a:stretch/>
          </p:blipFill>
          <p:spPr>
            <a:xfrm>
              <a:off x="8208396" y="267435"/>
              <a:ext cx="444766" cy="303486"/>
            </a:xfrm>
            <a:prstGeom prst="rect">
              <a:avLst/>
            </a:prstGeom>
            <a:noFill/>
            <a:ln>
              <a:noFill/>
            </a:ln>
          </p:spPr>
        </p:pic>
        <p:pic>
          <p:nvPicPr>
            <p:cNvPr id="1227" name="Google Shape;1227;p64"/>
            <p:cNvPicPr preferRelativeResize="0"/>
            <p:nvPr/>
          </p:nvPicPr>
          <p:blipFill rotWithShape="1">
            <a:blip r:embed="rId9">
              <a:alphaModFix/>
            </a:blip>
            <a:srcRect b="0" l="0" r="0" t="0"/>
            <a:stretch/>
          </p:blipFill>
          <p:spPr>
            <a:xfrm>
              <a:off x="8753827" y="1017733"/>
              <a:ext cx="570347" cy="444763"/>
            </a:xfrm>
            <a:prstGeom prst="rect">
              <a:avLst/>
            </a:prstGeom>
            <a:noFill/>
            <a:ln>
              <a:noFill/>
            </a:ln>
          </p:spPr>
        </p:pic>
        <p:pic>
          <p:nvPicPr>
            <p:cNvPr id="1228" name="Google Shape;1228;p64"/>
            <p:cNvPicPr preferRelativeResize="0"/>
            <p:nvPr/>
          </p:nvPicPr>
          <p:blipFill rotWithShape="1">
            <a:blip r:embed="rId10">
              <a:alphaModFix/>
            </a:blip>
            <a:srcRect b="0" l="0" r="0" t="0"/>
            <a:stretch/>
          </p:blipFill>
          <p:spPr>
            <a:xfrm>
              <a:off x="8568420" y="-113076"/>
              <a:ext cx="977117" cy="977125"/>
            </a:xfrm>
            <a:prstGeom prst="rect">
              <a:avLst/>
            </a:prstGeom>
            <a:noFill/>
            <a:ln>
              <a:noFill/>
            </a:ln>
          </p:spPr>
        </p:pic>
      </p:grpSp>
      <p:grpSp>
        <p:nvGrpSpPr>
          <p:cNvPr id="1229" name="Google Shape;1229;p64"/>
          <p:cNvGrpSpPr/>
          <p:nvPr/>
        </p:nvGrpSpPr>
        <p:grpSpPr>
          <a:xfrm flipH="1">
            <a:off x="6938390" y="-945735"/>
            <a:ext cx="3664991" cy="3616745"/>
            <a:chOff x="-1561863" y="-717135"/>
            <a:chExt cx="3664991" cy="3616745"/>
          </a:xfrm>
        </p:grpSpPr>
        <p:pic>
          <p:nvPicPr>
            <p:cNvPr id="1230" name="Google Shape;1230;p64"/>
            <p:cNvPicPr preferRelativeResize="0"/>
            <p:nvPr/>
          </p:nvPicPr>
          <p:blipFill rotWithShape="1">
            <a:blip r:embed="rId11">
              <a:alphaModFix/>
            </a:blip>
            <a:srcRect b="0" l="0" r="0" t="0"/>
            <a:stretch/>
          </p:blipFill>
          <p:spPr>
            <a:xfrm>
              <a:off x="1459526" y="-7"/>
              <a:ext cx="643602" cy="499705"/>
            </a:xfrm>
            <a:prstGeom prst="rect">
              <a:avLst/>
            </a:prstGeom>
            <a:noFill/>
            <a:ln>
              <a:noFill/>
            </a:ln>
          </p:spPr>
        </p:pic>
        <p:grpSp>
          <p:nvGrpSpPr>
            <p:cNvPr id="1231" name="Google Shape;1231;p64"/>
            <p:cNvGrpSpPr/>
            <p:nvPr/>
          </p:nvGrpSpPr>
          <p:grpSpPr>
            <a:xfrm>
              <a:off x="-1561863" y="-717135"/>
              <a:ext cx="3314430" cy="3616745"/>
              <a:chOff x="-1561863" y="-717135"/>
              <a:chExt cx="3314430" cy="3616745"/>
            </a:xfrm>
          </p:grpSpPr>
          <p:pic>
            <p:nvPicPr>
              <p:cNvPr id="1232" name="Google Shape;1232;p64"/>
              <p:cNvPicPr preferRelativeResize="0"/>
              <p:nvPr/>
            </p:nvPicPr>
            <p:blipFill rotWithShape="1">
              <a:blip r:embed="rId5">
                <a:alphaModFix/>
              </a:blip>
              <a:srcRect b="0" l="0" r="0" t="0"/>
              <a:stretch/>
            </p:blipFill>
            <p:spPr>
              <a:xfrm rot="-9540140">
                <a:off x="-1092324" y="-423160"/>
                <a:ext cx="2202096" cy="3028795"/>
              </a:xfrm>
              <a:prstGeom prst="rect">
                <a:avLst/>
              </a:prstGeom>
              <a:noFill/>
              <a:ln>
                <a:noFill/>
              </a:ln>
            </p:spPr>
          </p:pic>
          <p:pic>
            <p:nvPicPr>
              <p:cNvPr id="1233" name="Google Shape;1233;p64"/>
              <p:cNvPicPr preferRelativeResize="0"/>
              <p:nvPr/>
            </p:nvPicPr>
            <p:blipFill rotWithShape="1">
              <a:blip r:embed="rId12">
                <a:alphaModFix/>
              </a:blip>
              <a:srcRect b="0" l="0" r="0" t="0"/>
              <a:stretch/>
            </p:blipFill>
            <p:spPr>
              <a:xfrm>
                <a:off x="286059" y="1337868"/>
                <a:ext cx="374127" cy="354503"/>
              </a:xfrm>
              <a:prstGeom prst="rect">
                <a:avLst/>
              </a:prstGeom>
              <a:noFill/>
              <a:ln>
                <a:noFill/>
              </a:ln>
            </p:spPr>
          </p:pic>
          <p:pic>
            <p:nvPicPr>
              <p:cNvPr id="1234" name="Google Shape;1234;p64"/>
              <p:cNvPicPr preferRelativeResize="0"/>
              <p:nvPr/>
            </p:nvPicPr>
            <p:blipFill rotWithShape="1">
              <a:blip r:embed="rId13">
                <a:alphaModFix/>
              </a:blip>
              <a:srcRect b="0" l="0" r="0" t="0"/>
              <a:stretch/>
            </p:blipFill>
            <p:spPr>
              <a:xfrm>
                <a:off x="775450" y="-297989"/>
                <a:ext cx="977117" cy="977125"/>
              </a:xfrm>
              <a:prstGeom prst="rect">
                <a:avLst/>
              </a:prstGeom>
              <a:noFill/>
              <a:ln>
                <a:noFill/>
              </a:ln>
            </p:spPr>
          </p:pic>
        </p:grpSp>
      </p:grpSp>
      <p:pic>
        <p:nvPicPr>
          <p:cNvPr id="1235" name="Google Shape;1235;p64"/>
          <p:cNvPicPr preferRelativeResize="0"/>
          <p:nvPr/>
        </p:nvPicPr>
        <p:blipFill rotWithShape="1">
          <a:blip r:embed="rId9">
            <a:alphaModFix/>
          </a:blip>
          <a:srcRect b="0" l="0" r="0" t="0"/>
          <a:stretch/>
        </p:blipFill>
        <p:spPr>
          <a:xfrm>
            <a:off x="4361277" y="4538583"/>
            <a:ext cx="570347" cy="444763"/>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6" name="Shape 1236"/>
        <p:cNvGrpSpPr/>
        <p:nvPr/>
      </p:nvGrpSpPr>
      <p:grpSpPr>
        <a:xfrm>
          <a:off x="0" y="0"/>
          <a:ext cx="0" cy="0"/>
          <a:chOff x="0" y="0"/>
          <a:chExt cx="0" cy="0"/>
        </a:xfrm>
      </p:grpSpPr>
      <p:sp>
        <p:nvSpPr>
          <p:cNvPr id="1237" name="Google Shape;1237;p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238" name="Google Shape;1238;p65"/>
          <p:cNvSpPr txBox="1"/>
          <p:nvPr>
            <p:ph idx="1" type="body"/>
          </p:nvPr>
        </p:nvSpPr>
        <p:spPr>
          <a:xfrm>
            <a:off x="2211900" y="1714950"/>
            <a:ext cx="4720200" cy="2523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239" name="Google Shape;1239;p65"/>
          <p:cNvGrpSpPr/>
          <p:nvPr/>
        </p:nvGrpSpPr>
        <p:grpSpPr>
          <a:xfrm>
            <a:off x="-1561863" y="-717135"/>
            <a:ext cx="3849363" cy="4118413"/>
            <a:chOff x="-1561863" y="-717135"/>
            <a:chExt cx="3849363" cy="4118413"/>
          </a:xfrm>
        </p:grpSpPr>
        <p:pic>
          <p:nvPicPr>
            <p:cNvPr id="1240" name="Google Shape;1240;p65"/>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1241" name="Google Shape;1241;p65"/>
            <p:cNvPicPr preferRelativeResize="0"/>
            <p:nvPr/>
          </p:nvPicPr>
          <p:blipFill rotWithShape="1">
            <a:blip r:embed="rId3">
              <a:alphaModFix/>
            </a:blip>
            <a:srcRect b="0" l="0" r="0" t="0"/>
            <a:stretch/>
          </p:blipFill>
          <p:spPr>
            <a:xfrm>
              <a:off x="-613046" y="2424153"/>
              <a:ext cx="977125" cy="977125"/>
            </a:xfrm>
            <a:prstGeom prst="rect">
              <a:avLst/>
            </a:prstGeom>
            <a:noFill/>
            <a:ln>
              <a:noFill/>
            </a:ln>
          </p:spPr>
        </p:pic>
        <p:pic>
          <p:nvPicPr>
            <p:cNvPr id="1242" name="Google Shape;1242;p65"/>
            <p:cNvPicPr preferRelativeResize="0"/>
            <p:nvPr/>
          </p:nvPicPr>
          <p:blipFill rotWithShape="1">
            <a:blip r:embed="rId4">
              <a:alphaModFix/>
            </a:blip>
            <a:srcRect b="0" l="0" r="0" t="0"/>
            <a:stretch/>
          </p:blipFill>
          <p:spPr>
            <a:xfrm>
              <a:off x="99371" y="1939818"/>
              <a:ext cx="374127" cy="354503"/>
            </a:xfrm>
            <a:prstGeom prst="rect">
              <a:avLst/>
            </a:prstGeom>
            <a:noFill/>
            <a:ln>
              <a:noFill/>
            </a:ln>
          </p:spPr>
        </p:pic>
        <p:pic>
          <p:nvPicPr>
            <p:cNvPr id="1243" name="Google Shape;1243;p65"/>
            <p:cNvPicPr preferRelativeResize="0"/>
            <p:nvPr/>
          </p:nvPicPr>
          <p:blipFill rotWithShape="1">
            <a:blip r:embed="rId5">
              <a:alphaModFix/>
            </a:blip>
            <a:srcRect b="0" l="0" r="0" t="0"/>
            <a:stretch/>
          </p:blipFill>
          <p:spPr>
            <a:xfrm>
              <a:off x="1717153" y="-236312"/>
              <a:ext cx="570347" cy="554646"/>
            </a:xfrm>
            <a:prstGeom prst="rect">
              <a:avLst/>
            </a:prstGeom>
            <a:noFill/>
            <a:ln>
              <a:noFill/>
            </a:ln>
          </p:spPr>
        </p:pic>
      </p:grpSp>
      <p:grpSp>
        <p:nvGrpSpPr>
          <p:cNvPr id="1244" name="Google Shape;1244;p65"/>
          <p:cNvGrpSpPr/>
          <p:nvPr/>
        </p:nvGrpSpPr>
        <p:grpSpPr>
          <a:xfrm>
            <a:off x="7676025" y="-447539"/>
            <a:ext cx="1468738" cy="1762380"/>
            <a:chOff x="7676025" y="-447539"/>
            <a:chExt cx="1468738" cy="1762380"/>
          </a:xfrm>
        </p:grpSpPr>
        <p:pic>
          <p:nvPicPr>
            <p:cNvPr id="1245" name="Google Shape;1245;p65"/>
            <p:cNvPicPr preferRelativeResize="0"/>
            <p:nvPr/>
          </p:nvPicPr>
          <p:blipFill rotWithShape="1">
            <a:blip r:embed="rId6">
              <a:alphaModFix/>
            </a:blip>
            <a:srcRect b="0" l="0" r="0" t="0"/>
            <a:stretch/>
          </p:blipFill>
          <p:spPr>
            <a:xfrm>
              <a:off x="7676025" y="-447539"/>
              <a:ext cx="977117" cy="977125"/>
            </a:xfrm>
            <a:prstGeom prst="rect">
              <a:avLst/>
            </a:prstGeom>
            <a:noFill/>
            <a:ln>
              <a:noFill/>
            </a:ln>
          </p:spPr>
        </p:pic>
        <p:pic>
          <p:nvPicPr>
            <p:cNvPr id="1246" name="Google Shape;1246;p65"/>
            <p:cNvPicPr preferRelativeResize="0"/>
            <p:nvPr/>
          </p:nvPicPr>
          <p:blipFill rotWithShape="1">
            <a:blip r:embed="rId7">
              <a:alphaModFix/>
            </a:blip>
            <a:srcRect b="0" l="0" r="0" t="0"/>
            <a:stretch/>
          </p:blipFill>
          <p:spPr>
            <a:xfrm>
              <a:off x="8600921" y="141535"/>
              <a:ext cx="444766" cy="303486"/>
            </a:xfrm>
            <a:prstGeom prst="rect">
              <a:avLst/>
            </a:prstGeom>
            <a:noFill/>
            <a:ln>
              <a:noFill/>
            </a:ln>
          </p:spPr>
        </p:pic>
        <p:pic>
          <p:nvPicPr>
            <p:cNvPr id="1247" name="Google Shape;1247;p65"/>
            <p:cNvPicPr preferRelativeResize="0"/>
            <p:nvPr/>
          </p:nvPicPr>
          <p:blipFill rotWithShape="1">
            <a:blip r:embed="rId8">
              <a:alphaModFix/>
            </a:blip>
            <a:srcRect b="0" l="0" r="0" t="0"/>
            <a:stretch/>
          </p:blipFill>
          <p:spPr>
            <a:xfrm rot="-3912564">
              <a:off x="8538127" y="740321"/>
              <a:ext cx="570347" cy="444763"/>
            </a:xfrm>
            <a:prstGeom prst="rect">
              <a:avLst/>
            </a:prstGeom>
            <a:noFill/>
            <a:ln>
              <a:noFill/>
            </a:ln>
          </p:spPr>
        </p:pic>
      </p:grpSp>
      <p:grpSp>
        <p:nvGrpSpPr>
          <p:cNvPr id="1248" name="Google Shape;1248;p65"/>
          <p:cNvGrpSpPr/>
          <p:nvPr/>
        </p:nvGrpSpPr>
        <p:grpSpPr>
          <a:xfrm>
            <a:off x="6354053" y="2648451"/>
            <a:ext cx="3216790" cy="3651197"/>
            <a:chOff x="6354053" y="2648451"/>
            <a:chExt cx="3216790" cy="3651197"/>
          </a:xfrm>
        </p:grpSpPr>
        <p:pic>
          <p:nvPicPr>
            <p:cNvPr id="1249" name="Google Shape;1249;p65"/>
            <p:cNvPicPr preferRelativeResize="0"/>
            <p:nvPr/>
          </p:nvPicPr>
          <p:blipFill rotWithShape="1">
            <a:blip r:embed="rId2">
              <a:alphaModFix/>
            </a:blip>
            <a:srcRect b="0" l="0" r="0" t="0"/>
            <a:stretch/>
          </p:blipFill>
          <p:spPr>
            <a:xfrm rot="1391275">
              <a:off x="6861400" y="2959651"/>
              <a:ext cx="2202095" cy="3028798"/>
            </a:xfrm>
            <a:prstGeom prst="rect">
              <a:avLst/>
            </a:prstGeom>
            <a:noFill/>
            <a:ln>
              <a:noFill/>
            </a:ln>
          </p:spPr>
        </p:pic>
        <p:pic>
          <p:nvPicPr>
            <p:cNvPr id="1250" name="Google Shape;1250;p65"/>
            <p:cNvPicPr preferRelativeResize="0"/>
            <p:nvPr/>
          </p:nvPicPr>
          <p:blipFill rotWithShape="1">
            <a:blip r:embed="rId9">
              <a:alphaModFix/>
            </a:blip>
            <a:srcRect b="0" l="0" r="0" t="0"/>
            <a:stretch/>
          </p:blipFill>
          <p:spPr>
            <a:xfrm>
              <a:off x="7009814" y="4608490"/>
              <a:ext cx="355813" cy="324416"/>
            </a:xfrm>
            <a:prstGeom prst="rect">
              <a:avLst/>
            </a:prstGeom>
            <a:noFill/>
            <a:ln>
              <a:noFill/>
            </a:ln>
          </p:spPr>
        </p:pic>
        <p:pic>
          <p:nvPicPr>
            <p:cNvPr id="1251" name="Google Shape;1251;p65"/>
            <p:cNvPicPr preferRelativeResize="0"/>
            <p:nvPr/>
          </p:nvPicPr>
          <p:blipFill rotWithShape="1">
            <a:blip r:embed="rId10">
              <a:alphaModFix/>
            </a:blip>
            <a:srcRect b="0" l="0" r="0" t="0"/>
            <a:stretch/>
          </p:blipFill>
          <p:spPr>
            <a:xfrm>
              <a:off x="8550433" y="2837724"/>
              <a:ext cx="977117" cy="977125"/>
            </a:xfrm>
            <a:prstGeom prst="rect">
              <a:avLst/>
            </a:prstGeom>
            <a:noFill/>
            <a:ln>
              <a:noFill/>
            </a:ln>
          </p:spPr>
        </p:pic>
      </p:grpSp>
      <p:grpSp>
        <p:nvGrpSpPr>
          <p:cNvPr id="1252" name="Google Shape;1252;p65"/>
          <p:cNvGrpSpPr/>
          <p:nvPr/>
        </p:nvGrpSpPr>
        <p:grpSpPr>
          <a:xfrm>
            <a:off x="-395744" y="3612910"/>
            <a:ext cx="1975050" cy="2370356"/>
            <a:chOff x="-395744" y="3612910"/>
            <a:chExt cx="1975050" cy="2370356"/>
          </a:xfrm>
        </p:grpSpPr>
        <p:pic>
          <p:nvPicPr>
            <p:cNvPr id="1253" name="Google Shape;1253;p65"/>
            <p:cNvPicPr preferRelativeResize="0"/>
            <p:nvPr/>
          </p:nvPicPr>
          <p:blipFill rotWithShape="1">
            <a:blip r:embed="rId11">
              <a:alphaModFix/>
            </a:blip>
            <a:srcRect b="0" l="0" r="0" t="0"/>
            <a:stretch/>
          </p:blipFill>
          <p:spPr>
            <a:xfrm>
              <a:off x="-395744" y="4098229"/>
              <a:ext cx="1975050" cy="1885037"/>
            </a:xfrm>
            <a:prstGeom prst="rect">
              <a:avLst/>
            </a:prstGeom>
            <a:noFill/>
            <a:ln>
              <a:noFill/>
            </a:ln>
          </p:spPr>
        </p:pic>
        <p:pic>
          <p:nvPicPr>
            <p:cNvPr id="1254" name="Google Shape;1254;p65"/>
            <p:cNvPicPr preferRelativeResize="0"/>
            <p:nvPr/>
          </p:nvPicPr>
          <p:blipFill rotWithShape="1">
            <a:blip r:embed="rId12">
              <a:alphaModFix/>
            </a:blip>
            <a:srcRect b="0" l="0" r="0" t="0"/>
            <a:stretch/>
          </p:blipFill>
          <p:spPr>
            <a:xfrm>
              <a:off x="982181" y="4734060"/>
              <a:ext cx="511481" cy="409444"/>
            </a:xfrm>
            <a:prstGeom prst="rect">
              <a:avLst/>
            </a:prstGeom>
            <a:noFill/>
            <a:ln>
              <a:noFill/>
            </a:ln>
          </p:spPr>
        </p:pic>
        <p:pic>
          <p:nvPicPr>
            <p:cNvPr id="1255" name="Google Shape;1255;p65"/>
            <p:cNvPicPr preferRelativeResize="0"/>
            <p:nvPr/>
          </p:nvPicPr>
          <p:blipFill rotWithShape="1">
            <a:blip r:embed="rId13">
              <a:alphaModFix/>
            </a:blip>
            <a:srcRect b="0" l="0" r="0" t="0"/>
            <a:stretch/>
          </p:blipFill>
          <p:spPr>
            <a:xfrm>
              <a:off x="38933" y="3612910"/>
              <a:ext cx="554649" cy="485315"/>
            </a:xfrm>
            <a:prstGeom prst="rect">
              <a:avLst/>
            </a:prstGeom>
            <a:noFill/>
            <a:ln>
              <a:noFill/>
            </a:ln>
          </p:spPr>
        </p:pic>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256" name="Shape 1256"/>
        <p:cNvGrpSpPr/>
        <p:nvPr/>
      </p:nvGrpSpPr>
      <p:grpSpPr>
        <a:xfrm>
          <a:off x="0" y="0"/>
          <a:ext cx="0" cy="0"/>
          <a:chOff x="0" y="0"/>
          <a:chExt cx="0" cy="0"/>
        </a:xfrm>
      </p:grpSpPr>
      <p:sp>
        <p:nvSpPr>
          <p:cNvPr id="1257" name="Google Shape;1257;p66"/>
          <p:cNvSpPr txBox="1"/>
          <p:nvPr>
            <p:ph type="ctrTitle"/>
          </p:nvPr>
        </p:nvSpPr>
        <p:spPr>
          <a:xfrm>
            <a:off x="4720650" y="729075"/>
            <a:ext cx="3708300" cy="104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5200"/>
              <a:buNone/>
              <a:defRPr sz="5900">
                <a:highlight>
                  <a:schemeClr val="lt1"/>
                </a:highligh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58" name="Google Shape;1258;p66"/>
          <p:cNvSpPr txBox="1"/>
          <p:nvPr>
            <p:ph idx="1" type="subTitle"/>
          </p:nvPr>
        </p:nvSpPr>
        <p:spPr>
          <a:xfrm>
            <a:off x="4720650" y="1804418"/>
            <a:ext cx="3708300" cy="1308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259" name="Google Shape;1259;p66"/>
          <p:cNvPicPr preferRelativeResize="0"/>
          <p:nvPr/>
        </p:nvPicPr>
        <p:blipFill rotWithShape="1">
          <a:blip r:embed="rId2">
            <a:alphaModFix/>
          </a:blip>
          <a:srcRect b="9272" l="0" r="6059" t="0"/>
          <a:stretch/>
        </p:blipFill>
        <p:spPr>
          <a:xfrm flipH="1">
            <a:off x="-1078882" y="-552312"/>
            <a:ext cx="1859701" cy="1964874"/>
          </a:xfrm>
          <a:prstGeom prst="rect">
            <a:avLst/>
          </a:prstGeom>
          <a:noFill/>
          <a:ln>
            <a:noFill/>
          </a:ln>
        </p:spPr>
      </p:pic>
      <p:grpSp>
        <p:nvGrpSpPr>
          <p:cNvPr id="1260" name="Google Shape;1260;p66"/>
          <p:cNvGrpSpPr/>
          <p:nvPr/>
        </p:nvGrpSpPr>
        <p:grpSpPr>
          <a:xfrm flipH="1">
            <a:off x="720548" y="824062"/>
            <a:ext cx="3101596" cy="3495390"/>
            <a:chOff x="10045025" y="1973719"/>
            <a:chExt cx="3101596" cy="3495390"/>
          </a:xfrm>
        </p:grpSpPr>
        <p:grpSp>
          <p:nvGrpSpPr>
            <p:cNvPr id="1261" name="Google Shape;1261;p66"/>
            <p:cNvGrpSpPr/>
            <p:nvPr/>
          </p:nvGrpSpPr>
          <p:grpSpPr>
            <a:xfrm>
              <a:off x="10045158" y="1973719"/>
              <a:ext cx="3101463" cy="3489075"/>
              <a:chOff x="732279" y="296625"/>
              <a:chExt cx="2475428" cy="3761400"/>
            </a:xfrm>
          </p:grpSpPr>
          <p:cxnSp>
            <p:nvCxnSpPr>
              <p:cNvPr id="1262" name="Google Shape;1262;p66"/>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3" name="Google Shape;1263;p66"/>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4" name="Google Shape;1264;p66"/>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5" name="Google Shape;1265;p66"/>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6" name="Google Shape;1266;p66"/>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7" name="Google Shape;1267;p66"/>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8" name="Google Shape;1268;p66"/>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69" name="Google Shape;1269;p66"/>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0" name="Google Shape;1270;p66"/>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1" name="Google Shape;1271;p66"/>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2" name="Google Shape;1272;p66"/>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3" name="Google Shape;1273;p66"/>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4" name="Google Shape;1274;p66"/>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5" name="Google Shape;1275;p66"/>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6" name="Google Shape;1276;p66"/>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7" name="Google Shape;1277;p66"/>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278" name="Google Shape;1278;p66"/>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279" name="Google Shape;1279;p66"/>
            <p:cNvGrpSpPr/>
            <p:nvPr/>
          </p:nvGrpSpPr>
          <p:grpSpPr>
            <a:xfrm rot="5400000">
              <a:off x="9851137" y="2173846"/>
              <a:ext cx="3489151" cy="3101374"/>
              <a:chOff x="887000" y="296626"/>
              <a:chExt cx="2784860" cy="3343800"/>
            </a:xfrm>
          </p:grpSpPr>
          <p:cxnSp>
            <p:nvCxnSpPr>
              <p:cNvPr id="1280" name="Google Shape;1280;p66"/>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1" name="Google Shape;1281;p66"/>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2" name="Google Shape;1282;p66"/>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3" name="Google Shape;1283;p66"/>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4" name="Google Shape;1284;p66"/>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5" name="Google Shape;1285;p66"/>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6" name="Google Shape;1286;p66"/>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7" name="Google Shape;1287;p66"/>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8" name="Google Shape;1288;p66"/>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89" name="Google Shape;1289;p66"/>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0" name="Google Shape;1290;p66"/>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1" name="Google Shape;1291;p66"/>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2" name="Google Shape;1292;p66"/>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3" name="Google Shape;1293;p66"/>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4" name="Google Shape;1294;p66"/>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5" name="Google Shape;1295;p66"/>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6" name="Google Shape;1296;p66"/>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7" name="Google Shape;1297;p66"/>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298" name="Google Shape;1298;p66"/>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299" name="Google Shape;1299;p66"/>
          <p:cNvPicPr preferRelativeResize="0"/>
          <p:nvPr/>
        </p:nvPicPr>
        <p:blipFill rotWithShape="1">
          <a:blip r:embed="rId3">
            <a:alphaModFix/>
          </a:blip>
          <a:srcRect b="0" l="0" r="0" t="0"/>
          <a:stretch/>
        </p:blipFill>
        <p:spPr>
          <a:xfrm rot="-2426800">
            <a:off x="7485269" y="-786761"/>
            <a:ext cx="2202096" cy="3028792"/>
          </a:xfrm>
          <a:prstGeom prst="rect">
            <a:avLst/>
          </a:prstGeom>
          <a:noFill/>
          <a:ln>
            <a:noFill/>
          </a:ln>
        </p:spPr>
      </p:pic>
      <p:pic>
        <p:nvPicPr>
          <p:cNvPr id="1300" name="Google Shape;1300;p66"/>
          <p:cNvPicPr preferRelativeResize="0"/>
          <p:nvPr/>
        </p:nvPicPr>
        <p:blipFill rotWithShape="1">
          <a:blip r:embed="rId4">
            <a:alphaModFix/>
          </a:blip>
          <a:srcRect b="0" l="0" r="0" t="0"/>
          <a:stretch/>
        </p:blipFill>
        <p:spPr>
          <a:xfrm flipH="1" rot="-2124616">
            <a:off x="8367906" y="4486783"/>
            <a:ext cx="638761" cy="435853"/>
          </a:xfrm>
          <a:prstGeom prst="rect">
            <a:avLst/>
          </a:prstGeom>
          <a:noFill/>
          <a:ln>
            <a:noFill/>
          </a:ln>
        </p:spPr>
      </p:pic>
      <p:pic>
        <p:nvPicPr>
          <p:cNvPr id="1301" name="Google Shape;1301;p66"/>
          <p:cNvPicPr preferRelativeResize="0"/>
          <p:nvPr/>
        </p:nvPicPr>
        <p:blipFill rotWithShape="1">
          <a:blip r:embed="rId5">
            <a:alphaModFix/>
          </a:blip>
          <a:srcRect b="0" l="0" r="0" t="0"/>
          <a:stretch/>
        </p:blipFill>
        <p:spPr>
          <a:xfrm flipH="1">
            <a:off x="1185044" y="-266489"/>
            <a:ext cx="809724" cy="834132"/>
          </a:xfrm>
          <a:prstGeom prst="rect">
            <a:avLst/>
          </a:prstGeom>
          <a:noFill/>
          <a:ln>
            <a:noFill/>
          </a:ln>
        </p:spPr>
      </p:pic>
      <p:sp>
        <p:nvSpPr>
          <p:cNvPr id="1302" name="Google Shape;1302;p66"/>
          <p:cNvSpPr txBox="1"/>
          <p:nvPr/>
        </p:nvSpPr>
        <p:spPr>
          <a:xfrm>
            <a:off x="3893925" y="3667200"/>
            <a:ext cx="4535100" cy="471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CREDITS: This presentation template was created by </a:t>
            </a:r>
            <a:r>
              <a:rPr b="1" i="0" lang="en" sz="1100" u="none" cap="none" strike="noStrike">
                <a:solidFill>
                  <a:schemeClr val="hlink"/>
                </a:solidFill>
                <a:uFill>
                  <a:noFill/>
                </a:uFill>
                <a:latin typeface="Open Sans"/>
                <a:ea typeface="Open Sans"/>
                <a:cs typeface="Open Sans"/>
                <a:sym typeface="Open Sans"/>
                <a:hlinkClick r:id="rId6"/>
              </a:rPr>
              <a:t>Slidesgo</a:t>
            </a:r>
            <a:r>
              <a:rPr b="0" i="0" lang="en" sz="1100" u="none" cap="none" strike="noStrike">
                <a:solidFill>
                  <a:schemeClr val="dk1"/>
                </a:solidFill>
                <a:latin typeface="Open Sans"/>
                <a:ea typeface="Open Sans"/>
                <a:cs typeface="Open Sans"/>
                <a:sym typeface="Open Sans"/>
              </a:rPr>
              <a:t>, and includes icons by </a:t>
            </a:r>
            <a:r>
              <a:rPr b="1" i="0" lang="en" sz="1100" u="none" cap="none" strike="noStrike">
                <a:solidFill>
                  <a:schemeClr val="hlink"/>
                </a:solidFill>
                <a:uFill>
                  <a:noFill/>
                </a:uFill>
                <a:latin typeface="Open Sans"/>
                <a:ea typeface="Open Sans"/>
                <a:cs typeface="Open Sans"/>
                <a:sym typeface="Open Sans"/>
                <a:hlinkClick r:id="rId7"/>
              </a:rPr>
              <a:t>Flaticon</a:t>
            </a:r>
            <a:r>
              <a:rPr b="0" i="0" lang="en" sz="1100" u="none" cap="none" strike="noStrike">
                <a:solidFill>
                  <a:schemeClr val="dk1"/>
                </a:solidFill>
                <a:latin typeface="Open Sans"/>
                <a:ea typeface="Open Sans"/>
                <a:cs typeface="Open Sans"/>
                <a:sym typeface="Open Sans"/>
              </a:rPr>
              <a:t> and infographics &amp; images by </a:t>
            </a:r>
            <a:r>
              <a:rPr b="1" i="0" lang="en" sz="1100" u="none" cap="none" strike="noStrike">
                <a:solidFill>
                  <a:schemeClr val="hlink"/>
                </a:solidFill>
                <a:uFill>
                  <a:noFill/>
                </a:uFill>
                <a:latin typeface="Open Sans"/>
                <a:ea typeface="Open Sans"/>
                <a:cs typeface="Open Sans"/>
                <a:sym typeface="Open Sans"/>
                <a:hlinkClick r:id="rId8"/>
              </a:rPr>
              <a:t>Freepik</a:t>
            </a:r>
            <a:endParaRPr b="1" i="0" sz="1100" u="none" cap="none" strike="noStrike">
              <a:solidFill>
                <a:schemeClr val="dk1"/>
              </a:solidFill>
              <a:latin typeface="Open Sans"/>
              <a:ea typeface="Open Sans"/>
              <a:cs typeface="Open Sans"/>
              <a:sym typeface="Open San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3" name="Shape 1303"/>
        <p:cNvGrpSpPr/>
        <p:nvPr/>
      </p:nvGrpSpPr>
      <p:grpSpPr>
        <a:xfrm>
          <a:off x="0" y="0"/>
          <a:ext cx="0" cy="0"/>
          <a:chOff x="0" y="0"/>
          <a:chExt cx="0" cy="0"/>
        </a:xfrm>
      </p:grpSpPr>
      <p:sp>
        <p:nvSpPr>
          <p:cNvPr id="1304" name="Google Shape;1304;p6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05" name="Google Shape;1305;p67"/>
          <p:cNvSpPr txBox="1"/>
          <p:nvPr>
            <p:ph idx="1" type="body"/>
          </p:nvPr>
        </p:nvSpPr>
        <p:spPr>
          <a:xfrm>
            <a:off x="948600" y="1499946"/>
            <a:ext cx="2992200" cy="25962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306" name="Google Shape;1306;p67"/>
          <p:cNvGrpSpPr/>
          <p:nvPr/>
        </p:nvGrpSpPr>
        <p:grpSpPr>
          <a:xfrm>
            <a:off x="-652938" y="-610193"/>
            <a:ext cx="2366001" cy="3145784"/>
            <a:chOff x="-652938" y="-610193"/>
            <a:chExt cx="2366001" cy="3145784"/>
          </a:xfrm>
        </p:grpSpPr>
        <p:pic>
          <p:nvPicPr>
            <p:cNvPr id="1307" name="Google Shape;1307;p67"/>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1308" name="Google Shape;1308;p67"/>
            <p:cNvPicPr preferRelativeResize="0"/>
            <p:nvPr/>
          </p:nvPicPr>
          <p:blipFill rotWithShape="1">
            <a:blip r:embed="rId3">
              <a:alphaModFix/>
            </a:blip>
            <a:srcRect b="0" l="0" r="0" t="0"/>
            <a:stretch/>
          </p:blipFill>
          <p:spPr>
            <a:xfrm>
              <a:off x="784034" y="237693"/>
              <a:ext cx="374127" cy="354503"/>
            </a:xfrm>
            <a:prstGeom prst="rect">
              <a:avLst/>
            </a:prstGeom>
            <a:noFill/>
            <a:ln>
              <a:noFill/>
            </a:ln>
          </p:spPr>
        </p:pic>
      </p:grpSp>
      <p:grpSp>
        <p:nvGrpSpPr>
          <p:cNvPr id="1309" name="Google Shape;1309;p67"/>
          <p:cNvGrpSpPr/>
          <p:nvPr/>
        </p:nvGrpSpPr>
        <p:grpSpPr>
          <a:xfrm>
            <a:off x="8206521" y="-255826"/>
            <a:ext cx="1271496" cy="977125"/>
            <a:chOff x="8206521" y="-255826"/>
            <a:chExt cx="1271496" cy="977125"/>
          </a:xfrm>
        </p:grpSpPr>
        <p:pic>
          <p:nvPicPr>
            <p:cNvPr id="1310" name="Google Shape;1310;p67"/>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1311" name="Google Shape;1311;p67"/>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1312" name="Google Shape;1312;p67"/>
          <p:cNvGrpSpPr/>
          <p:nvPr/>
        </p:nvGrpSpPr>
        <p:grpSpPr>
          <a:xfrm>
            <a:off x="-91867" y="3726510"/>
            <a:ext cx="1648646" cy="1859106"/>
            <a:chOff x="-91867" y="3726510"/>
            <a:chExt cx="1648646" cy="1859106"/>
          </a:xfrm>
        </p:grpSpPr>
        <p:pic>
          <p:nvPicPr>
            <p:cNvPr id="1313" name="Google Shape;1313;p67"/>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1314" name="Google Shape;1314;p67"/>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1315" name="Google Shape;1315;p67"/>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1316" name="Google Shape;1316;p67"/>
          <p:cNvGrpSpPr/>
          <p:nvPr/>
        </p:nvGrpSpPr>
        <p:grpSpPr>
          <a:xfrm>
            <a:off x="7249639" y="1900125"/>
            <a:ext cx="2378748" cy="3117829"/>
            <a:chOff x="7249639" y="1900125"/>
            <a:chExt cx="2378748" cy="3117829"/>
          </a:xfrm>
        </p:grpSpPr>
        <p:pic>
          <p:nvPicPr>
            <p:cNvPr id="1317" name="Google Shape;1317;p67"/>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1318" name="Google Shape;1318;p67"/>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1319" name="Google Shape;1319;p67"/>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1320" name="Google Shape;1320;p67"/>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
    <p:spTree>
      <p:nvGrpSpPr>
        <p:cNvPr id="1321" name="Shape 1321"/>
        <p:cNvGrpSpPr/>
        <p:nvPr/>
      </p:nvGrpSpPr>
      <p:grpSpPr>
        <a:xfrm>
          <a:off x="0" y="0"/>
          <a:ext cx="0" cy="0"/>
          <a:chOff x="0" y="0"/>
          <a:chExt cx="0" cy="0"/>
        </a:xfrm>
      </p:grpSpPr>
      <p:sp>
        <p:nvSpPr>
          <p:cNvPr id="1322" name="Google Shape;1322;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23" name="Google Shape;1323;p68"/>
          <p:cNvSpPr txBox="1"/>
          <p:nvPr>
            <p:ph idx="1" type="body"/>
          </p:nvPr>
        </p:nvSpPr>
        <p:spPr>
          <a:xfrm>
            <a:off x="948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324" name="Google Shape;1324;p68"/>
          <p:cNvGrpSpPr/>
          <p:nvPr/>
        </p:nvGrpSpPr>
        <p:grpSpPr>
          <a:xfrm rot="10800000">
            <a:off x="7490989" y="2010277"/>
            <a:ext cx="2366001" cy="3575339"/>
            <a:chOff x="-652938" y="-610193"/>
            <a:chExt cx="2366001" cy="3575339"/>
          </a:xfrm>
        </p:grpSpPr>
        <p:pic>
          <p:nvPicPr>
            <p:cNvPr id="1325" name="Google Shape;1325;p68"/>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1326" name="Google Shape;1326;p68"/>
            <p:cNvPicPr preferRelativeResize="0"/>
            <p:nvPr/>
          </p:nvPicPr>
          <p:blipFill rotWithShape="1">
            <a:blip r:embed="rId3">
              <a:alphaModFix/>
            </a:blip>
            <a:srcRect b="0" l="0" r="0" t="0"/>
            <a:stretch/>
          </p:blipFill>
          <p:spPr>
            <a:xfrm>
              <a:off x="178159" y="2610643"/>
              <a:ext cx="374127" cy="354503"/>
            </a:xfrm>
            <a:prstGeom prst="rect">
              <a:avLst/>
            </a:prstGeom>
            <a:noFill/>
            <a:ln>
              <a:noFill/>
            </a:ln>
          </p:spPr>
        </p:pic>
      </p:grpSp>
      <p:grpSp>
        <p:nvGrpSpPr>
          <p:cNvPr id="1327" name="Google Shape;1327;p68"/>
          <p:cNvGrpSpPr/>
          <p:nvPr/>
        </p:nvGrpSpPr>
        <p:grpSpPr>
          <a:xfrm rot="10800000">
            <a:off x="-273968" y="4254124"/>
            <a:ext cx="1271496" cy="977125"/>
            <a:chOff x="8206521" y="-255826"/>
            <a:chExt cx="1271496" cy="977125"/>
          </a:xfrm>
        </p:grpSpPr>
        <p:pic>
          <p:nvPicPr>
            <p:cNvPr id="1328" name="Google Shape;1328;p68"/>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1329" name="Google Shape;1329;p68"/>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1330" name="Google Shape;1330;p68"/>
          <p:cNvGrpSpPr/>
          <p:nvPr/>
        </p:nvGrpSpPr>
        <p:grpSpPr>
          <a:xfrm rot="10800000">
            <a:off x="7647270" y="-610193"/>
            <a:ext cx="1648646" cy="1859106"/>
            <a:chOff x="-91867" y="3726510"/>
            <a:chExt cx="1648646" cy="1859106"/>
          </a:xfrm>
        </p:grpSpPr>
        <p:pic>
          <p:nvPicPr>
            <p:cNvPr id="1331" name="Google Shape;1331;p68"/>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1332" name="Google Shape;1332;p68"/>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1333" name="Google Shape;1333;p68"/>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1334" name="Google Shape;1334;p68"/>
          <p:cNvGrpSpPr/>
          <p:nvPr/>
        </p:nvGrpSpPr>
        <p:grpSpPr>
          <a:xfrm rot="10800000">
            <a:off x="-424337" y="-42532"/>
            <a:ext cx="2378748" cy="3117829"/>
            <a:chOff x="7249639" y="1900125"/>
            <a:chExt cx="2378748" cy="3117829"/>
          </a:xfrm>
        </p:grpSpPr>
        <p:pic>
          <p:nvPicPr>
            <p:cNvPr id="1335" name="Google Shape;1335;p68"/>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1336" name="Google Shape;1336;p68"/>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1337" name="Google Shape;1337;p68"/>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1338" name="Google Shape;1338;p68"/>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
        <p:nvSpPr>
          <p:cNvPr id="1339" name="Google Shape;1339;p68"/>
          <p:cNvSpPr txBox="1"/>
          <p:nvPr>
            <p:ph idx="2" type="body"/>
          </p:nvPr>
        </p:nvSpPr>
        <p:spPr>
          <a:xfrm>
            <a:off x="4941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0" name="Shape 1340"/>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341" name="Shape 1341"/>
        <p:cNvGrpSpPr/>
        <p:nvPr/>
      </p:nvGrpSpPr>
      <p:grpSpPr>
        <a:xfrm>
          <a:off x="0" y="0"/>
          <a:ext cx="0" cy="0"/>
          <a:chOff x="0" y="0"/>
          <a:chExt cx="0" cy="0"/>
        </a:xfrm>
      </p:grpSpPr>
      <p:grpSp>
        <p:nvGrpSpPr>
          <p:cNvPr id="1342" name="Google Shape;1342;p70"/>
          <p:cNvGrpSpPr/>
          <p:nvPr/>
        </p:nvGrpSpPr>
        <p:grpSpPr>
          <a:xfrm>
            <a:off x="-1561863" y="-717135"/>
            <a:ext cx="3702316" cy="3616745"/>
            <a:chOff x="-1561863" y="-717135"/>
            <a:chExt cx="3702316" cy="3616745"/>
          </a:xfrm>
        </p:grpSpPr>
        <p:pic>
          <p:nvPicPr>
            <p:cNvPr id="1343" name="Google Shape;1343;p70"/>
            <p:cNvPicPr preferRelativeResize="0"/>
            <p:nvPr/>
          </p:nvPicPr>
          <p:blipFill rotWithShape="1">
            <a:blip r:embed="rId2">
              <a:alphaModFix/>
            </a:blip>
            <a:srcRect b="0" l="0" r="0" t="0"/>
            <a:stretch/>
          </p:blipFill>
          <p:spPr>
            <a:xfrm>
              <a:off x="1496851" y="71218"/>
              <a:ext cx="643602" cy="499705"/>
            </a:xfrm>
            <a:prstGeom prst="rect">
              <a:avLst/>
            </a:prstGeom>
            <a:noFill/>
            <a:ln>
              <a:noFill/>
            </a:ln>
          </p:spPr>
        </p:pic>
        <p:pic>
          <p:nvPicPr>
            <p:cNvPr id="1344" name="Google Shape;1344;p70"/>
            <p:cNvPicPr preferRelativeResize="0"/>
            <p:nvPr/>
          </p:nvPicPr>
          <p:blipFill rotWithShape="1">
            <a:blip r:embed="rId3">
              <a:alphaModFix/>
            </a:blip>
            <a:srcRect b="0" l="0" r="0" t="0"/>
            <a:stretch/>
          </p:blipFill>
          <p:spPr>
            <a:xfrm rot="-9540140">
              <a:off x="-1092324" y="-423160"/>
              <a:ext cx="2202096" cy="3028795"/>
            </a:xfrm>
            <a:prstGeom prst="rect">
              <a:avLst/>
            </a:prstGeom>
            <a:noFill/>
            <a:ln>
              <a:noFill/>
            </a:ln>
          </p:spPr>
        </p:pic>
        <p:pic>
          <p:nvPicPr>
            <p:cNvPr id="1345" name="Google Shape;1345;p70"/>
            <p:cNvPicPr preferRelativeResize="0"/>
            <p:nvPr/>
          </p:nvPicPr>
          <p:blipFill rotWithShape="1">
            <a:blip r:embed="rId4">
              <a:alphaModFix/>
            </a:blip>
            <a:srcRect b="0" l="0" r="0" t="0"/>
            <a:stretch/>
          </p:blipFill>
          <p:spPr>
            <a:xfrm>
              <a:off x="166284" y="1891168"/>
              <a:ext cx="374127" cy="354503"/>
            </a:xfrm>
            <a:prstGeom prst="rect">
              <a:avLst/>
            </a:prstGeom>
            <a:noFill/>
            <a:ln>
              <a:noFill/>
            </a:ln>
          </p:spPr>
        </p:pic>
        <p:pic>
          <p:nvPicPr>
            <p:cNvPr id="1346" name="Google Shape;1346;p70"/>
            <p:cNvPicPr preferRelativeResize="0"/>
            <p:nvPr/>
          </p:nvPicPr>
          <p:blipFill rotWithShape="1">
            <a:blip r:embed="rId5">
              <a:alphaModFix/>
            </a:blip>
            <a:srcRect b="0" l="0" r="0" t="0"/>
            <a:stretch/>
          </p:blipFill>
          <p:spPr>
            <a:xfrm>
              <a:off x="-510755" y="675349"/>
              <a:ext cx="977117" cy="977125"/>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347" name="Shape 1347"/>
        <p:cNvGrpSpPr/>
        <p:nvPr/>
      </p:nvGrpSpPr>
      <p:grpSpPr>
        <a:xfrm>
          <a:off x="0" y="0"/>
          <a:ext cx="0" cy="0"/>
          <a:chOff x="0" y="0"/>
          <a:chExt cx="0" cy="0"/>
        </a:xfrm>
      </p:grpSpPr>
      <p:grpSp>
        <p:nvGrpSpPr>
          <p:cNvPr id="1348" name="Google Shape;1348;p71"/>
          <p:cNvGrpSpPr/>
          <p:nvPr/>
        </p:nvGrpSpPr>
        <p:grpSpPr>
          <a:xfrm>
            <a:off x="7072914" y="1988475"/>
            <a:ext cx="2768466" cy="3695041"/>
            <a:chOff x="7072914" y="1988475"/>
            <a:chExt cx="2768466" cy="3695041"/>
          </a:xfrm>
        </p:grpSpPr>
        <p:pic>
          <p:nvPicPr>
            <p:cNvPr id="1349" name="Google Shape;1349;p71"/>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1350" name="Google Shape;1350;p71"/>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1351" name="Google Shape;1351;p71"/>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1352" name="Google Shape;1352;p71"/>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1353" name="Google Shape;1353;p71"/>
          <p:cNvGrpSpPr/>
          <p:nvPr/>
        </p:nvGrpSpPr>
        <p:grpSpPr>
          <a:xfrm>
            <a:off x="809977" y="-442114"/>
            <a:ext cx="2128185" cy="1404810"/>
            <a:chOff x="809977" y="-442114"/>
            <a:chExt cx="2128185" cy="1404810"/>
          </a:xfrm>
        </p:grpSpPr>
        <p:pic>
          <p:nvPicPr>
            <p:cNvPr id="1354" name="Google Shape;1354;p71"/>
            <p:cNvPicPr preferRelativeResize="0"/>
            <p:nvPr/>
          </p:nvPicPr>
          <p:blipFill rotWithShape="1">
            <a:blip r:embed="rId6">
              <a:alphaModFix/>
            </a:blip>
            <a:srcRect b="0" l="0" r="0" t="0"/>
            <a:stretch/>
          </p:blipFill>
          <p:spPr>
            <a:xfrm>
              <a:off x="1299325" y="-442114"/>
              <a:ext cx="977117" cy="977125"/>
            </a:xfrm>
            <a:prstGeom prst="rect">
              <a:avLst/>
            </a:prstGeom>
            <a:noFill/>
            <a:ln>
              <a:noFill/>
            </a:ln>
          </p:spPr>
        </p:pic>
        <p:pic>
          <p:nvPicPr>
            <p:cNvPr id="1355" name="Google Shape;1355;p71"/>
            <p:cNvPicPr preferRelativeResize="0"/>
            <p:nvPr/>
          </p:nvPicPr>
          <p:blipFill rotWithShape="1">
            <a:blip r:embed="rId7">
              <a:alphaModFix/>
            </a:blip>
            <a:srcRect b="0" l="0" r="0" t="0"/>
            <a:stretch/>
          </p:blipFill>
          <p:spPr>
            <a:xfrm>
              <a:off x="2493396" y="214435"/>
              <a:ext cx="444766" cy="303486"/>
            </a:xfrm>
            <a:prstGeom prst="rect">
              <a:avLst/>
            </a:prstGeom>
            <a:noFill/>
            <a:ln>
              <a:noFill/>
            </a:ln>
          </p:spPr>
        </p:pic>
        <p:pic>
          <p:nvPicPr>
            <p:cNvPr id="1356" name="Google Shape;1356;p71"/>
            <p:cNvPicPr preferRelativeResize="0"/>
            <p:nvPr/>
          </p:nvPicPr>
          <p:blipFill rotWithShape="1">
            <a:blip r:embed="rId8">
              <a:alphaModFix/>
            </a:blip>
            <a:srcRect b="0" l="0" r="0" t="0"/>
            <a:stretch/>
          </p:blipFill>
          <p:spPr>
            <a:xfrm>
              <a:off x="809977" y="517933"/>
              <a:ext cx="570347" cy="444763"/>
            </a:xfrm>
            <a:prstGeom prst="rect">
              <a:avLst/>
            </a:prstGeom>
            <a:noFill/>
            <a:ln>
              <a:noFill/>
            </a:ln>
          </p:spPr>
        </p:pic>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1357" name="Shape 1357"/>
        <p:cNvGrpSpPr/>
        <p:nvPr/>
      </p:nvGrpSpPr>
      <p:grpSpPr>
        <a:xfrm>
          <a:off x="0" y="0"/>
          <a:ext cx="0" cy="0"/>
          <a:chOff x="0" y="0"/>
          <a:chExt cx="0" cy="0"/>
        </a:xfrm>
      </p:grpSpPr>
      <p:grpSp>
        <p:nvGrpSpPr>
          <p:cNvPr id="1358" name="Google Shape;1358;p72"/>
          <p:cNvGrpSpPr/>
          <p:nvPr/>
        </p:nvGrpSpPr>
        <p:grpSpPr>
          <a:xfrm>
            <a:off x="-900773" y="-386034"/>
            <a:ext cx="3339175" cy="2490878"/>
            <a:chOff x="-900773" y="-386034"/>
            <a:chExt cx="3339175" cy="2490878"/>
          </a:xfrm>
        </p:grpSpPr>
        <p:pic>
          <p:nvPicPr>
            <p:cNvPr id="1359" name="Google Shape;1359;p72"/>
            <p:cNvPicPr preferRelativeResize="0"/>
            <p:nvPr/>
          </p:nvPicPr>
          <p:blipFill rotWithShape="1">
            <a:blip r:embed="rId2">
              <a:alphaModFix/>
            </a:blip>
            <a:srcRect b="0" l="0" r="0" t="0"/>
            <a:stretch/>
          </p:blipFill>
          <p:spPr>
            <a:xfrm>
              <a:off x="1313952" y="-386034"/>
              <a:ext cx="1124450" cy="1073233"/>
            </a:xfrm>
            <a:prstGeom prst="rect">
              <a:avLst/>
            </a:prstGeom>
            <a:noFill/>
            <a:ln>
              <a:noFill/>
            </a:ln>
          </p:spPr>
        </p:pic>
        <p:pic>
          <p:nvPicPr>
            <p:cNvPr id="1360" name="Google Shape;1360;p72"/>
            <p:cNvPicPr preferRelativeResize="0"/>
            <p:nvPr/>
          </p:nvPicPr>
          <p:blipFill rotWithShape="1">
            <a:blip r:embed="rId3">
              <a:alphaModFix/>
            </a:blip>
            <a:srcRect b="0" l="0" r="0" t="0"/>
            <a:stretch/>
          </p:blipFill>
          <p:spPr>
            <a:xfrm rot="3652713">
              <a:off x="-104015" y="1066170"/>
              <a:ext cx="819118" cy="638750"/>
            </a:xfrm>
            <a:prstGeom prst="rect">
              <a:avLst/>
            </a:prstGeom>
            <a:noFill/>
            <a:ln>
              <a:noFill/>
            </a:ln>
          </p:spPr>
        </p:pic>
        <p:pic>
          <p:nvPicPr>
            <p:cNvPr id="1361" name="Google Shape;1361;p72"/>
            <p:cNvPicPr preferRelativeResize="0"/>
            <p:nvPr/>
          </p:nvPicPr>
          <p:blipFill rotWithShape="1">
            <a:blip r:embed="rId4">
              <a:alphaModFix/>
            </a:blip>
            <a:srcRect b="0" l="0" r="0" t="0"/>
            <a:stretch/>
          </p:blipFill>
          <p:spPr>
            <a:xfrm flipH="1" rot="5740570">
              <a:off x="-385948" y="-654985"/>
              <a:ext cx="2202095" cy="3028795"/>
            </a:xfrm>
            <a:prstGeom prst="rect">
              <a:avLst/>
            </a:prstGeom>
            <a:noFill/>
            <a:ln>
              <a:noFill/>
            </a:ln>
          </p:spPr>
        </p:pic>
      </p:grpSp>
      <p:grpSp>
        <p:nvGrpSpPr>
          <p:cNvPr id="1362" name="Google Shape;1362;p72"/>
          <p:cNvGrpSpPr/>
          <p:nvPr/>
        </p:nvGrpSpPr>
        <p:grpSpPr>
          <a:xfrm>
            <a:off x="7533001" y="11"/>
            <a:ext cx="1873011" cy="1023550"/>
            <a:chOff x="7533001" y="11"/>
            <a:chExt cx="1873011" cy="1023550"/>
          </a:xfrm>
        </p:grpSpPr>
        <p:pic>
          <p:nvPicPr>
            <p:cNvPr id="1363" name="Google Shape;1363;p72"/>
            <p:cNvPicPr preferRelativeResize="0"/>
            <p:nvPr/>
          </p:nvPicPr>
          <p:blipFill rotWithShape="1">
            <a:blip r:embed="rId5">
              <a:alphaModFix/>
            </a:blip>
            <a:srcRect b="0" l="0" r="0" t="0"/>
            <a:stretch/>
          </p:blipFill>
          <p:spPr>
            <a:xfrm>
              <a:off x="7533001" y="11"/>
              <a:ext cx="809724" cy="834132"/>
            </a:xfrm>
            <a:prstGeom prst="rect">
              <a:avLst/>
            </a:prstGeom>
            <a:noFill/>
            <a:ln>
              <a:noFill/>
            </a:ln>
          </p:spPr>
        </p:pic>
        <p:pic>
          <p:nvPicPr>
            <p:cNvPr id="1364" name="Google Shape;1364;p72"/>
            <p:cNvPicPr preferRelativeResize="0"/>
            <p:nvPr/>
          </p:nvPicPr>
          <p:blipFill rotWithShape="1">
            <a:blip r:embed="rId6">
              <a:alphaModFix/>
            </a:blip>
            <a:srcRect b="0" l="0" r="0" t="0"/>
            <a:stretch/>
          </p:blipFill>
          <p:spPr>
            <a:xfrm>
              <a:off x="8428895" y="46436"/>
              <a:ext cx="977117" cy="977125"/>
            </a:xfrm>
            <a:prstGeom prst="rect">
              <a:avLst/>
            </a:prstGeom>
            <a:noFill/>
            <a:ln>
              <a:noFill/>
            </a:ln>
          </p:spPr>
        </p:pic>
      </p:grpSp>
      <p:grpSp>
        <p:nvGrpSpPr>
          <p:cNvPr id="1365" name="Google Shape;1365;p72"/>
          <p:cNvGrpSpPr/>
          <p:nvPr/>
        </p:nvGrpSpPr>
        <p:grpSpPr>
          <a:xfrm>
            <a:off x="5178327" y="3840533"/>
            <a:ext cx="2936286" cy="2302716"/>
            <a:chOff x="5178327" y="3840533"/>
            <a:chExt cx="2936286" cy="2302716"/>
          </a:xfrm>
        </p:grpSpPr>
        <p:pic>
          <p:nvPicPr>
            <p:cNvPr id="1366" name="Google Shape;1366;p72"/>
            <p:cNvPicPr preferRelativeResize="0"/>
            <p:nvPr/>
          </p:nvPicPr>
          <p:blipFill rotWithShape="1">
            <a:blip r:embed="rId7">
              <a:alphaModFix/>
            </a:blip>
            <a:srcRect b="0" l="0" r="0" t="0"/>
            <a:stretch/>
          </p:blipFill>
          <p:spPr>
            <a:xfrm>
              <a:off x="6435623" y="4178374"/>
              <a:ext cx="537325" cy="537325"/>
            </a:xfrm>
            <a:prstGeom prst="rect">
              <a:avLst/>
            </a:prstGeom>
            <a:noFill/>
            <a:ln>
              <a:noFill/>
            </a:ln>
          </p:spPr>
        </p:pic>
        <p:pic>
          <p:nvPicPr>
            <p:cNvPr id="1367" name="Google Shape;1367;p72"/>
            <p:cNvPicPr preferRelativeResize="0"/>
            <p:nvPr/>
          </p:nvPicPr>
          <p:blipFill rotWithShape="1">
            <a:blip r:embed="rId8">
              <a:alphaModFix/>
            </a:blip>
            <a:srcRect b="0" l="0" r="0" t="0"/>
            <a:stretch/>
          </p:blipFill>
          <p:spPr>
            <a:xfrm>
              <a:off x="5178327" y="3840533"/>
              <a:ext cx="537311" cy="509121"/>
            </a:xfrm>
            <a:prstGeom prst="rect">
              <a:avLst/>
            </a:prstGeom>
            <a:noFill/>
            <a:ln>
              <a:noFill/>
            </a:ln>
          </p:spPr>
        </p:pic>
        <p:pic>
          <p:nvPicPr>
            <p:cNvPr id="1368" name="Google Shape;1368;p72"/>
            <p:cNvPicPr preferRelativeResize="0"/>
            <p:nvPr/>
          </p:nvPicPr>
          <p:blipFill rotWithShape="1">
            <a:blip r:embed="rId9">
              <a:alphaModFix/>
            </a:blip>
            <a:srcRect b="0" l="0" r="0" t="0"/>
            <a:stretch/>
          </p:blipFill>
          <p:spPr>
            <a:xfrm>
              <a:off x="7475852" y="4349658"/>
              <a:ext cx="638761" cy="435853"/>
            </a:xfrm>
            <a:prstGeom prst="rect">
              <a:avLst/>
            </a:prstGeom>
            <a:noFill/>
            <a:ln>
              <a:noFill/>
            </a:ln>
          </p:spPr>
        </p:pic>
        <p:pic>
          <p:nvPicPr>
            <p:cNvPr id="1369" name="Google Shape;1369;p72"/>
            <p:cNvPicPr preferRelativeResize="0"/>
            <p:nvPr/>
          </p:nvPicPr>
          <p:blipFill rotWithShape="1">
            <a:blip r:embed="rId10">
              <a:alphaModFix/>
            </a:blip>
            <a:srcRect b="9272" l="0" r="6059" t="0"/>
            <a:stretch/>
          </p:blipFill>
          <p:spPr>
            <a:xfrm>
              <a:off x="5273375" y="4178375"/>
              <a:ext cx="1859701" cy="1964874"/>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3" name="Shape 1373"/>
        <p:cNvGrpSpPr/>
        <p:nvPr/>
      </p:nvGrpSpPr>
      <p:grpSpPr>
        <a:xfrm>
          <a:off x="0" y="0"/>
          <a:ext cx="0" cy="0"/>
          <a:chOff x="0" y="0"/>
          <a:chExt cx="0" cy="0"/>
        </a:xfrm>
      </p:grpSpPr>
      <p:sp>
        <p:nvSpPr>
          <p:cNvPr id="1374" name="Google Shape;1374;p74"/>
          <p:cNvSpPr txBox="1"/>
          <p:nvPr>
            <p:ph type="ctrTitle"/>
          </p:nvPr>
        </p:nvSpPr>
        <p:spPr>
          <a:xfrm>
            <a:off x="715100" y="1141550"/>
            <a:ext cx="4070700" cy="21657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rgbClr val="191919"/>
              </a:buClr>
              <a:buSzPts val="5200"/>
              <a:buNone/>
              <a:defRPr sz="59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375" name="Google Shape;1375;p74"/>
          <p:cNvSpPr txBox="1"/>
          <p:nvPr>
            <p:ph idx="1" type="subTitle"/>
          </p:nvPr>
        </p:nvSpPr>
        <p:spPr>
          <a:xfrm>
            <a:off x="715100" y="3267550"/>
            <a:ext cx="4070700" cy="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376" name="Google Shape;1376;p74"/>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1377" name="Google Shape;1377;p74"/>
          <p:cNvGrpSpPr/>
          <p:nvPr/>
        </p:nvGrpSpPr>
        <p:grpSpPr>
          <a:xfrm>
            <a:off x="5327300" y="824062"/>
            <a:ext cx="3101595" cy="3495390"/>
            <a:chOff x="10045025" y="1973719"/>
            <a:chExt cx="3101596" cy="3495390"/>
          </a:xfrm>
        </p:grpSpPr>
        <p:grpSp>
          <p:nvGrpSpPr>
            <p:cNvPr id="1378" name="Google Shape;1378;p74"/>
            <p:cNvGrpSpPr/>
            <p:nvPr/>
          </p:nvGrpSpPr>
          <p:grpSpPr>
            <a:xfrm>
              <a:off x="10045158" y="1973719"/>
              <a:ext cx="3101463" cy="3489075"/>
              <a:chOff x="732279" y="296625"/>
              <a:chExt cx="2475428" cy="3761400"/>
            </a:xfrm>
          </p:grpSpPr>
          <p:cxnSp>
            <p:nvCxnSpPr>
              <p:cNvPr id="1379" name="Google Shape;1379;p74"/>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0" name="Google Shape;1380;p74"/>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1" name="Google Shape;1381;p74"/>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2" name="Google Shape;1382;p74"/>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3" name="Google Shape;1383;p74"/>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4" name="Google Shape;1384;p74"/>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5" name="Google Shape;1385;p74"/>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6" name="Google Shape;1386;p74"/>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7" name="Google Shape;1387;p74"/>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8" name="Google Shape;1388;p74"/>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89" name="Google Shape;1389;p74"/>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0" name="Google Shape;1390;p74"/>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1" name="Google Shape;1391;p74"/>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2" name="Google Shape;1392;p74"/>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3" name="Google Shape;1393;p74"/>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4" name="Google Shape;1394;p74"/>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395" name="Google Shape;1395;p74"/>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396" name="Google Shape;1396;p74"/>
            <p:cNvGrpSpPr/>
            <p:nvPr/>
          </p:nvGrpSpPr>
          <p:grpSpPr>
            <a:xfrm rot="5400000">
              <a:off x="9851137" y="2173846"/>
              <a:ext cx="3489151" cy="3101374"/>
              <a:chOff x="887000" y="296626"/>
              <a:chExt cx="2784860" cy="3343800"/>
            </a:xfrm>
          </p:grpSpPr>
          <p:cxnSp>
            <p:nvCxnSpPr>
              <p:cNvPr id="1397" name="Google Shape;1397;p74"/>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398" name="Google Shape;1398;p74"/>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399" name="Google Shape;1399;p74"/>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0" name="Google Shape;1400;p74"/>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1" name="Google Shape;1401;p74"/>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2" name="Google Shape;1402;p74"/>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3" name="Google Shape;1403;p74"/>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4" name="Google Shape;1404;p74"/>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5" name="Google Shape;1405;p74"/>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6" name="Google Shape;1406;p74"/>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7" name="Google Shape;1407;p74"/>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8" name="Google Shape;1408;p74"/>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09" name="Google Shape;1409;p74"/>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0" name="Google Shape;1410;p74"/>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1" name="Google Shape;1411;p74"/>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2" name="Google Shape;1412;p74"/>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3" name="Google Shape;1413;p74"/>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4" name="Google Shape;1414;p74"/>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415" name="Google Shape;1415;p74"/>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16" name="Shape 1416"/>
        <p:cNvGrpSpPr/>
        <p:nvPr/>
      </p:nvGrpSpPr>
      <p:grpSpPr>
        <a:xfrm>
          <a:off x="0" y="0"/>
          <a:ext cx="0" cy="0"/>
          <a:chOff x="0" y="0"/>
          <a:chExt cx="0" cy="0"/>
        </a:xfrm>
      </p:grpSpPr>
      <p:sp>
        <p:nvSpPr>
          <p:cNvPr id="1417" name="Google Shape;1417;p75"/>
          <p:cNvSpPr txBox="1"/>
          <p:nvPr>
            <p:ph type="title"/>
          </p:nvPr>
        </p:nvSpPr>
        <p:spPr>
          <a:xfrm>
            <a:off x="4133725" y="1348548"/>
            <a:ext cx="4295100" cy="841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600"/>
              <a:buNone/>
              <a:defRPr sz="4300">
                <a:highlight>
                  <a:schemeClr val="lt1"/>
                </a:highligh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18" name="Google Shape;1418;p75"/>
          <p:cNvSpPr txBox="1"/>
          <p:nvPr>
            <p:ph idx="1" type="subTitle"/>
          </p:nvPr>
        </p:nvSpPr>
        <p:spPr>
          <a:xfrm>
            <a:off x="4133775" y="2177473"/>
            <a:ext cx="4295100" cy="171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419" name="Google Shape;1419;p75"/>
          <p:cNvPicPr preferRelativeResize="0"/>
          <p:nvPr/>
        </p:nvPicPr>
        <p:blipFill rotWithShape="1">
          <a:blip r:embed="rId2">
            <a:alphaModFix/>
          </a:blip>
          <a:srcRect b="0" l="0" r="0" t="0"/>
          <a:stretch/>
        </p:blipFill>
        <p:spPr>
          <a:xfrm flipH="1">
            <a:off x="4702178" y="4608495"/>
            <a:ext cx="819118" cy="638750"/>
          </a:xfrm>
          <a:prstGeom prst="rect">
            <a:avLst/>
          </a:prstGeom>
          <a:noFill/>
          <a:ln>
            <a:noFill/>
          </a:ln>
        </p:spPr>
      </p:pic>
      <p:pic>
        <p:nvPicPr>
          <p:cNvPr id="1420" name="Google Shape;1420;p75"/>
          <p:cNvPicPr preferRelativeResize="0"/>
          <p:nvPr/>
        </p:nvPicPr>
        <p:blipFill rotWithShape="1">
          <a:blip r:embed="rId3">
            <a:alphaModFix/>
          </a:blip>
          <a:srcRect b="0" l="0" r="0" t="0"/>
          <a:stretch/>
        </p:blipFill>
        <p:spPr>
          <a:xfrm rot="-3754608">
            <a:off x="7093831" y="-637424"/>
            <a:ext cx="2202095" cy="3028794"/>
          </a:xfrm>
          <a:prstGeom prst="rect">
            <a:avLst/>
          </a:prstGeom>
          <a:noFill/>
          <a:ln>
            <a:noFill/>
          </a:ln>
        </p:spPr>
      </p:pic>
      <p:pic>
        <p:nvPicPr>
          <p:cNvPr id="1421" name="Google Shape;1421;p75"/>
          <p:cNvPicPr preferRelativeResize="0"/>
          <p:nvPr/>
        </p:nvPicPr>
        <p:blipFill rotWithShape="1">
          <a:blip r:embed="rId4">
            <a:alphaModFix/>
          </a:blip>
          <a:srcRect b="0" l="0" r="0" t="0"/>
          <a:stretch/>
        </p:blipFill>
        <p:spPr>
          <a:xfrm flipH="1">
            <a:off x="1400905" y="-256964"/>
            <a:ext cx="809724" cy="834132"/>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422" name="Shape 1422"/>
        <p:cNvGrpSpPr/>
        <p:nvPr/>
      </p:nvGrpSpPr>
      <p:grpSpPr>
        <a:xfrm>
          <a:off x="0" y="0"/>
          <a:ext cx="0" cy="0"/>
          <a:chOff x="0" y="0"/>
          <a:chExt cx="0" cy="0"/>
        </a:xfrm>
      </p:grpSpPr>
      <p:sp>
        <p:nvSpPr>
          <p:cNvPr id="1423" name="Google Shape;1423;p7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424" name="Google Shape;1424;p76"/>
          <p:cNvSpPr txBox="1"/>
          <p:nvPr>
            <p:ph idx="2" type="title"/>
          </p:nvPr>
        </p:nvSpPr>
        <p:spPr>
          <a:xfrm>
            <a:off x="156525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25" name="Google Shape;1425;p76"/>
          <p:cNvSpPr txBox="1"/>
          <p:nvPr>
            <p:ph idx="1" type="subTitle"/>
          </p:nvPr>
        </p:nvSpPr>
        <p:spPr>
          <a:xfrm>
            <a:off x="80385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6" name="Google Shape;1426;p76"/>
          <p:cNvSpPr txBox="1"/>
          <p:nvPr>
            <p:ph idx="3" type="title"/>
          </p:nvPr>
        </p:nvSpPr>
        <p:spPr>
          <a:xfrm>
            <a:off x="4165200"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27" name="Google Shape;1427;p76"/>
          <p:cNvSpPr txBox="1"/>
          <p:nvPr>
            <p:ph idx="4" type="subTitle"/>
          </p:nvPr>
        </p:nvSpPr>
        <p:spPr>
          <a:xfrm>
            <a:off x="3403800"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8" name="Google Shape;1428;p76"/>
          <p:cNvSpPr txBox="1"/>
          <p:nvPr>
            <p:ph idx="5" type="title"/>
          </p:nvPr>
        </p:nvSpPr>
        <p:spPr>
          <a:xfrm>
            <a:off x="156525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29" name="Google Shape;1429;p76"/>
          <p:cNvSpPr txBox="1"/>
          <p:nvPr>
            <p:ph idx="6" type="subTitle"/>
          </p:nvPr>
        </p:nvSpPr>
        <p:spPr>
          <a:xfrm>
            <a:off x="80385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30" name="Google Shape;1430;p76"/>
          <p:cNvSpPr txBox="1"/>
          <p:nvPr>
            <p:ph idx="7" type="title"/>
          </p:nvPr>
        </p:nvSpPr>
        <p:spPr>
          <a:xfrm>
            <a:off x="4165200"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31" name="Google Shape;1431;p76"/>
          <p:cNvSpPr txBox="1"/>
          <p:nvPr>
            <p:ph idx="8" type="subTitle"/>
          </p:nvPr>
        </p:nvSpPr>
        <p:spPr>
          <a:xfrm>
            <a:off x="3403800"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32" name="Google Shape;1432;p76"/>
          <p:cNvSpPr txBox="1"/>
          <p:nvPr>
            <p:ph idx="9" type="subTitle"/>
          </p:nvPr>
        </p:nvSpPr>
        <p:spPr>
          <a:xfrm>
            <a:off x="6783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33" name="Google Shape;1433;p76"/>
          <p:cNvSpPr txBox="1"/>
          <p:nvPr>
            <p:ph idx="13" type="subTitle"/>
          </p:nvPr>
        </p:nvSpPr>
        <p:spPr>
          <a:xfrm>
            <a:off x="3278250"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34" name="Google Shape;1434;p76"/>
          <p:cNvSpPr txBox="1"/>
          <p:nvPr>
            <p:ph idx="14" type="subTitle"/>
          </p:nvPr>
        </p:nvSpPr>
        <p:spPr>
          <a:xfrm>
            <a:off x="6783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35" name="Google Shape;1435;p76"/>
          <p:cNvSpPr txBox="1"/>
          <p:nvPr>
            <p:ph idx="15" type="subTitle"/>
          </p:nvPr>
        </p:nvSpPr>
        <p:spPr>
          <a:xfrm>
            <a:off x="3278250"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36" name="Google Shape;1436;p76"/>
          <p:cNvSpPr txBox="1"/>
          <p:nvPr>
            <p:ph idx="16" type="title"/>
          </p:nvPr>
        </p:nvSpPr>
        <p:spPr>
          <a:xfrm>
            <a:off x="6764938" y="149045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37" name="Google Shape;1437;p76"/>
          <p:cNvSpPr txBox="1"/>
          <p:nvPr>
            <p:ph idx="17" type="subTitle"/>
          </p:nvPr>
        </p:nvSpPr>
        <p:spPr>
          <a:xfrm>
            <a:off x="6003588" y="230823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38" name="Google Shape;1438;p76"/>
          <p:cNvSpPr txBox="1"/>
          <p:nvPr>
            <p:ph idx="18" type="title"/>
          </p:nvPr>
        </p:nvSpPr>
        <p:spPr>
          <a:xfrm>
            <a:off x="6764938" y="3020790"/>
            <a:ext cx="813600" cy="3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solidFill>
                  <a:schemeClr val="lt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439" name="Google Shape;1439;p76"/>
          <p:cNvSpPr txBox="1"/>
          <p:nvPr>
            <p:ph idx="19" type="subTitle"/>
          </p:nvPr>
        </p:nvSpPr>
        <p:spPr>
          <a:xfrm>
            <a:off x="6003588" y="3851514"/>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0" name="Google Shape;1440;p76"/>
          <p:cNvSpPr txBox="1"/>
          <p:nvPr>
            <p:ph idx="20" type="subTitle"/>
          </p:nvPr>
        </p:nvSpPr>
        <p:spPr>
          <a:xfrm>
            <a:off x="5878038" y="1838030"/>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41" name="Google Shape;1441;p76"/>
          <p:cNvSpPr txBox="1"/>
          <p:nvPr>
            <p:ph idx="21" type="subTitle"/>
          </p:nvPr>
        </p:nvSpPr>
        <p:spPr>
          <a:xfrm>
            <a:off x="5878038" y="3385145"/>
            <a:ext cx="2587500" cy="48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442" name="Google Shape;1442;p76"/>
          <p:cNvGrpSpPr/>
          <p:nvPr/>
        </p:nvGrpSpPr>
        <p:grpSpPr>
          <a:xfrm>
            <a:off x="7072914" y="1988475"/>
            <a:ext cx="2768466" cy="3695041"/>
            <a:chOff x="7072914" y="1988475"/>
            <a:chExt cx="2768466" cy="3695041"/>
          </a:xfrm>
        </p:grpSpPr>
        <p:pic>
          <p:nvPicPr>
            <p:cNvPr id="1443" name="Google Shape;1443;p76"/>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1444" name="Google Shape;1444;p76"/>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1445" name="Google Shape;1445;p76"/>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1446" name="Google Shape;1446;p76"/>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1447" name="Google Shape;1447;p76"/>
          <p:cNvGrpSpPr/>
          <p:nvPr/>
        </p:nvGrpSpPr>
        <p:grpSpPr>
          <a:xfrm>
            <a:off x="-268592" y="3814860"/>
            <a:ext cx="1320479" cy="1328644"/>
            <a:chOff x="-268592" y="3814860"/>
            <a:chExt cx="1320479" cy="1328644"/>
          </a:xfrm>
        </p:grpSpPr>
        <p:pic>
          <p:nvPicPr>
            <p:cNvPr id="1448" name="Google Shape;1448;p76"/>
            <p:cNvPicPr preferRelativeResize="0"/>
            <p:nvPr/>
          </p:nvPicPr>
          <p:blipFill rotWithShape="1">
            <a:blip r:embed="rId6">
              <a:alphaModFix/>
            </a:blip>
            <a:srcRect b="0" l="0" r="0" t="0"/>
            <a:stretch/>
          </p:blipFill>
          <p:spPr>
            <a:xfrm>
              <a:off x="32447" y="4366176"/>
              <a:ext cx="507952" cy="484800"/>
            </a:xfrm>
            <a:prstGeom prst="rect">
              <a:avLst/>
            </a:prstGeom>
            <a:noFill/>
            <a:ln>
              <a:noFill/>
            </a:ln>
          </p:spPr>
        </p:pic>
        <p:pic>
          <p:nvPicPr>
            <p:cNvPr id="1449" name="Google Shape;1449;p76"/>
            <p:cNvPicPr preferRelativeResize="0"/>
            <p:nvPr/>
          </p:nvPicPr>
          <p:blipFill rotWithShape="1">
            <a:blip r:embed="rId7">
              <a:alphaModFix/>
            </a:blip>
            <a:srcRect b="0" l="0" r="0" t="0"/>
            <a:stretch/>
          </p:blipFill>
          <p:spPr>
            <a:xfrm>
              <a:off x="540406" y="4734060"/>
              <a:ext cx="511481" cy="409444"/>
            </a:xfrm>
            <a:prstGeom prst="rect">
              <a:avLst/>
            </a:prstGeom>
            <a:noFill/>
            <a:ln>
              <a:noFill/>
            </a:ln>
          </p:spPr>
        </p:pic>
        <p:pic>
          <p:nvPicPr>
            <p:cNvPr id="1450" name="Google Shape;1450;p76"/>
            <p:cNvPicPr preferRelativeResize="0"/>
            <p:nvPr/>
          </p:nvPicPr>
          <p:blipFill rotWithShape="1">
            <a:blip r:embed="rId8">
              <a:alphaModFix/>
            </a:blip>
            <a:srcRect b="0" l="0" r="0" t="0"/>
            <a:stretch/>
          </p:blipFill>
          <p:spPr>
            <a:xfrm>
              <a:off x="-268592" y="3814860"/>
              <a:ext cx="554649" cy="485315"/>
            </a:xfrm>
            <a:prstGeom prst="rect">
              <a:avLst/>
            </a:prstGeom>
            <a:noFill/>
            <a:ln>
              <a:noFill/>
            </a:ln>
          </p:spPr>
        </p:pic>
      </p:grpSp>
      <p:grpSp>
        <p:nvGrpSpPr>
          <p:cNvPr id="1451" name="Google Shape;1451;p76"/>
          <p:cNvGrpSpPr/>
          <p:nvPr/>
        </p:nvGrpSpPr>
        <p:grpSpPr>
          <a:xfrm>
            <a:off x="-1561863" y="-717135"/>
            <a:ext cx="3702316" cy="3616745"/>
            <a:chOff x="-1561863" y="-717135"/>
            <a:chExt cx="3702316" cy="3616745"/>
          </a:xfrm>
        </p:grpSpPr>
        <p:pic>
          <p:nvPicPr>
            <p:cNvPr id="1452" name="Google Shape;1452;p76"/>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1453" name="Google Shape;1453;p76"/>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1454" name="Google Shape;1454;p76"/>
            <p:cNvPicPr preferRelativeResize="0"/>
            <p:nvPr/>
          </p:nvPicPr>
          <p:blipFill rotWithShape="1">
            <a:blip r:embed="rId10">
              <a:alphaModFix/>
            </a:blip>
            <a:srcRect b="0" l="0" r="0" t="0"/>
            <a:stretch/>
          </p:blipFill>
          <p:spPr>
            <a:xfrm>
              <a:off x="166284" y="1891168"/>
              <a:ext cx="374127" cy="354503"/>
            </a:xfrm>
            <a:prstGeom prst="rect">
              <a:avLst/>
            </a:prstGeom>
            <a:noFill/>
            <a:ln>
              <a:noFill/>
            </a:ln>
          </p:spPr>
        </p:pic>
        <p:pic>
          <p:nvPicPr>
            <p:cNvPr id="1455" name="Google Shape;1455;p76"/>
            <p:cNvPicPr preferRelativeResize="0"/>
            <p:nvPr/>
          </p:nvPicPr>
          <p:blipFill rotWithShape="1">
            <a:blip r:embed="rId11">
              <a:alphaModFix/>
            </a:blip>
            <a:srcRect b="0" l="0" r="0" t="0"/>
            <a:stretch/>
          </p:blipFill>
          <p:spPr>
            <a:xfrm>
              <a:off x="-510755" y="675349"/>
              <a:ext cx="977117" cy="977125"/>
            </a:xfrm>
            <a:prstGeom prst="rect">
              <a:avLst/>
            </a:prstGeom>
            <a:noFill/>
            <a:ln>
              <a:noFill/>
            </a:ln>
          </p:spPr>
        </p:pic>
      </p:grpSp>
      <p:grpSp>
        <p:nvGrpSpPr>
          <p:cNvPr id="1456" name="Google Shape;1456;p76"/>
          <p:cNvGrpSpPr/>
          <p:nvPr/>
        </p:nvGrpSpPr>
        <p:grpSpPr>
          <a:xfrm>
            <a:off x="8208396" y="-69389"/>
            <a:ext cx="1173696" cy="1531885"/>
            <a:chOff x="8208396" y="-69389"/>
            <a:chExt cx="1173696" cy="1531885"/>
          </a:xfrm>
        </p:grpSpPr>
        <p:pic>
          <p:nvPicPr>
            <p:cNvPr id="1457" name="Google Shape;1457;p76"/>
            <p:cNvPicPr preferRelativeResize="0"/>
            <p:nvPr/>
          </p:nvPicPr>
          <p:blipFill rotWithShape="1">
            <a:blip r:embed="rId12">
              <a:alphaModFix/>
            </a:blip>
            <a:srcRect b="0" l="0" r="0" t="0"/>
            <a:stretch/>
          </p:blipFill>
          <p:spPr>
            <a:xfrm>
              <a:off x="8404975" y="-69389"/>
              <a:ext cx="977117" cy="977125"/>
            </a:xfrm>
            <a:prstGeom prst="rect">
              <a:avLst/>
            </a:prstGeom>
            <a:noFill/>
            <a:ln>
              <a:noFill/>
            </a:ln>
          </p:spPr>
        </p:pic>
        <p:pic>
          <p:nvPicPr>
            <p:cNvPr id="1458" name="Google Shape;1458;p76"/>
            <p:cNvPicPr preferRelativeResize="0"/>
            <p:nvPr/>
          </p:nvPicPr>
          <p:blipFill rotWithShape="1">
            <a:blip r:embed="rId13">
              <a:alphaModFix/>
            </a:blip>
            <a:srcRect b="0" l="0" r="0" t="0"/>
            <a:stretch/>
          </p:blipFill>
          <p:spPr>
            <a:xfrm>
              <a:off x="8208396" y="267435"/>
              <a:ext cx="444766" cy="303486"/>
            </a:xfrm>
            <a:prstGeom prst="rect">
              <a:avLst/>
            </a:prstGeom>
            <a:noFill/>
            <a:ln>
              <a:noFill/>
            </a:ln>
          </p:spPr>
        </p:pic>
        <p:pic>
          <p:nvPicPr>
            <p:cNvPr id="1459" name="Google Shape;1459;p76"/>
            <p:cNvPicPr preferRelativeResize="0"/>
            <p:nvPr/>
          </p:nvPicPr>
          <p:blipFill rotWithShape="1">
            <a:blip r:embed="rId14">
              <a:alphaModFix/>
            </a:blip>
            <a:srcRect b="0" l="0" r="0" t="0"/>
            <a:stretch/>
          </p:blipFill>
          <p:spPr>
            <a:xfrm>
              <a:off x="8753827" y="1017733"/>
              <a:ext cx="570347" cy="444763"/>
            </a:xfrm>
            <a:prstGeom prst="rect">
              <a:avLst/>
            </a:prstGeom>
            <a:noFill/>
            <a:ln>
              <a:noFill/>
            </a:ln>
          </p:spPr>
        </p:pic>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460" name="Shape 1460"/>
        <p:cNvGrpSpPr/>
        <p:nvPr/>
      </p:nvGrpSpPr>
      <p:grpSpPr>
        <a:xfrm>
          <a:off x="0" y="0"/>
          <a:ext cx="0" cy="0"/>
          <a:chOff x="0" y="0"/>
          <a:chExt cx="0" cy="0"/>
        </a:xfrm>
      </p:grpSpPr>
      <p:sp>
        <p:nvSpPr>
          <p:cNvPr id="1461" name="Google Shape;1461;p7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462" name="Google Shape;1462;p77"/>
          <p:cNvSpPr txBox="1"/>
          <p:nvPr>
            <p:ph idx="1" type="subTitle"/>
          </p:nvPr>
        </p:nvSpPr>
        <p:spPr>
          <a:xfrm>
            <a:off x="2476375" y="1489400"/>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3" name="Google Shape;1463;p77"/>
          <p:cNvSpPr txBox="1"/>
          <p:nvPr>
            <p:ph idx="2" type="subTitle"/>
          </p:nvPr>
        </p:nvSpPr>
        <p:spPr>
          <a:xfrm>
            <a:off x="2476375" y="2632974"/>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4" name="Google Shape;1464;p77"/>
          <p:cNvSpPr txBox="1"/>
          <p:nvPr>
            <p:ph idx="3" type="subTitle"/>
          </p:nvPr>
        </p:nvSpPr>
        <p:spPr>
          <a:xfrm>
            <a:off x="2476375" y="3776473"/>
            <a:ext cx="4787700" cy="394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5" name="Google Shape;1465;p77"/>
          <p:cNvSpPr txBox="1"/>
          <p:nvPr>
            <p:ph idx="4" type="subTitle"/>
          </p:nvPr>
        </p:nvSpPr>
        <p:spPr>
          <a:xfrm>
            <a:off x="2476375" y="1801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66" name="Google Shape;1466;p77"/>
          <p:cNvSpPr txBox="1"/>
          <p:nvPr>
            <p:ph idx="5" type="subTitle"/>
          </p:nvPr>
        </p:nvSpPr>
        <p:spPr>
          <a:xfrm>
            <a:off x="2476375" y="29451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67" name="Google Shape;1467;p77"/>
          <p:cNvSpPr txBox="1"/>
          <p:nvPr>
            <p:ph idx="6" type="subTitle"/>
          </p:nvPr>
        </p:nvSpPr>
        <p:spPr>
          <a:xfrm>
            <a:off x="2476375" y="4088650"/>
            <a:ext cx="478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68" name="Google Shape;1468;p77"/>
          <p:cNvGrpSpPr/>
          <p:nvPr/>
        </p:nvGrpSpPr>
        <p:grpSpPr>
          <a:xfrm>
            <a:off x="6333553" y="2294425"/>
            <a:ext cx="3492619" cy="4345817"/>
            <a:chOff x="6333553" y="2294425"/>
            <a:chExt cx="3492619" cy="4345817"/>
          </a:xfrm>
        </p:grpSpPr>
        <p:pic>
          <p:nvPicPr>
            <p:cNvPr id="1469" name="Google Shape;1469;p77"/>
            <p:cNvPicPr preferRelativeResize="0"/>
            <p:nvPr/>
          </p:nvPicPr>
          <p:blipFill rotWithShape="1">
            <a:blip r:embed="rId2">
              <a:alphaModFix/>
            </a:blip>
            <a:srcRect b="0" l="0" r="0" t="0"/>
            <a:stretch/>
          </p:blipFill>
          <p:spPr>
            <a:xfrm rot="1970253">
              <a:off x="6978814" y="3256377"/>
              <a:ext cx="2202098" cy="3028795"/>
            </a:xfrm>
            <a:prstGeom prst="rect">
              <a:avLst/>
            </a:prstGeom>
            <a:noFill/>
            <a:ln>
              <a:noFill/>
            </a:ln>
          </p:spPr>
        </p:pic>
        <p:pic>
          <p:nvPicPr>
            <p:cNvPr id="1470" name="Google Shape;1470;p77"/>
            <p:cNvPicPr preferRelativeResize="0"/>
            <p:nvPr/>
          </p:nvPicPr>
          <p:blipFill rotWithShape="1">
            <a:blip r:embed="rId3">
              <a:alphaModFix/>
            </a:blip>
            <a:srcRect b="0" l="0" r="0" t="0"/>
            <a:stretch/>
          </p:blipFill>
          <p:spPr>
            <a:xfrm>
              <a:off x="8753829" y="2677053"/>
              <a:ext cx="977125" cy="977125"/>
            </a:xfrm>
            <a:prstGeom prst="rect">
              <a:avLst/>
            </a:prstGeom>
            <a:noFill/>
            <a:ln>
              <a:noFill/>
            </a:ln>
          </p:spPr>
        </p:pic>
        <p:pic>
          <p:nvPicPr>
            <p:cNvPr id="1471" name="Google Shape;1471;p77"/>
            <p:cNvPicPr preferRelativeResize="0"/>
            <p:nvPr/>
          </p:nvPicPr>
          <p:blipFill rotWithShape="1">
            <a:blip r:embed="rId4">
              <a:alphaModFix/>
            </a:blip>
            <a:srcRect b="0" l="0" r="0" t="0"/>
            <a:stretch/>
          </p:blipFill>
          <p:spPr>
            <a:xfrm>
              <a:off x="8428903" y="2294425"/>
              <a:ext cx="570347" cy="554646"/>
            </a:xfrm>
            <a:prstGeom prst="rect">
              <a:avLst/>
            </a:prstGeom>
            <a:noFill/>
            <a:ln>
              <a:noFill/>
            </a:ln>
          </p:spPr>
        </p:pic>
      </p:grpSp>
      <p:grpSp>
        <p:nvGrpSpPr>
          <p:cNvPr id="1472" name="Google Shape;1472;p77"/>
          <p:cNvGrpSpPr/>
          <p:nvPr/>
        </p:nvGrpSpPr>
        <p:grpSpPr>
          <a:xfrm>
            <a:off x="7798821" y="-265576"/>
            <a:ext cx="1607196" cy="1728072"/>
            <a:chOff x="7798821" y="-265576"/>
            <a:chExt cx="1607196" cy="1728072"/>
          </a:xfrm>
        </p:grpSpPr>
        <p:pic>
          <p:nvPicPr>
            <p:cNvPr id="1473" name="Google Shape;1473;p77"/>
            <p:cNvPicPr preferRelativeResize="0"/>
            <p:nvPr/>
          </p:nvPicPr>
          <p:blipFill rotWithShape="1">
            <a:blip r:embed="rId5">
              <a:alphaModFix/>
            </a:blip>
            <a:srcRect b="0" l="0" r="0" t="0"/>
            <a:stretch/>
          </p:blipFill>
          <p:spPr>
            <a:xfrm>
              <a:off x="8428900" y="-265576"/>
              <a:ext cx="977117" cy="977125"/>
            </a:xfrm>
            <a:prstGeom prst="rect">
              <a:avLst/>
            </a:prstGeom>
            <a:noFill/>
            <a:ln>
              <a:noFill/>
            </a:ln>
          </p:spPr>
        </p:pic>
        <p:pic>
          <p:nvPicPr>
            <p:cNvPr id="1474" name="Google Shape;1474;p77"/>
            <p:cNvPicPr preferRelativeResize="0"/>
            <p:nvPr/>
          </p:nvPicPr>
          <p:blipFill rotWithShape="1">
            <a:blip r:embed="rId6">
              <a:alphaModFix/>
            </a:blip>
            <a:srcRect b="0" l="0" r="0" t="0"/>
            <a:stretch/>
          </p:blipFill>
          <p:spPr>
            <a:xfrm>
              <a:off x="8428897" y="374726"/>
              <a:ext cx="507952" cy="484800"/>
            </a:xfrm>
            <a:prstGeom prst="rect">
              <a:avLst/>
            </a:prstGeom>
            <a:noFill/>
            <a:ln>
              <a:noFill/>
            </a:ln>
          </p:spPr>
        </p:pic>
        <p:pic>
          <p:nvPicPr>
            <p:cNvPr id="1475" name="Google Shape;1475;p77"/>
            <p:cNvPicPr preferRelativeResize="0"/>
            <p:nvPr/>
          </p:nvPicPr>
          <p:blipFill rotWithShape="1">
            <a:blip r:embed="rId7">
              <a:alphaModFix/>
            </a:blip>
            <a:srcRect b="0" l="0" r="0" t="0"/>
            <a:stretch/>
          </p:blipFill>
          <p:spPr>
            <a:xfrm>
              <a:off x="7798821" y="71235"/>
              <a:ext cx="444766" cy="303486"/>
            </a:xfrm>
            <a:prstGeom prst="rect">
              <a:avLst/>
            </a:prstGeom>
            <a:noFill/>
            <a:ln>
              <a:noFill/>
            </a:ln>
          </p:spPr>
        </p:pic>
        <p:pic>
          <p:nvPicPr>
            <p:cNvPr id="1476" name="Google Shape;1476;p77"/>
            <p:cNvPicPr preferRelativeResize="0"/>
            <p:nvPr/>
          </p:nvPicPr>
          <p:blipFill rotWithShape="1">
            <a:blip r:embed="rId8">
              <a:alphaModFix/>
            </a:blip>
            <a:srcRect b="0" l="0" r="0" t="0"/>
            <a:stretch/>
          </p:blipFill>
          <p:spPr>
            <a:xfrm>
              <a:off x="8753827" y="1017733"/>
              <a:ext cx="570347" cy="444763"/>
            </a:xfrm>
            <a:prstGeom prst="rect">
              <a:avLst/>
            </a:prstGeom>
            <a:noFill/>
            <a:ln>
              <a:noFill/>
            </a:ln>
          </p:spPr>
        </p:pic>
      </p:grpSp>
      <p:grpSp>
        <p:nvGrpSpPr>
          <p:cNvPr id="1477" name="Google Shape;1477;p77"/>
          <p:cNvGrpSpPr/>
          <p:nvPr/>
        </p:nvGrpSpPr>
        <p:grpSpPr>
          <a:xfrm>
            <a:off x="-855488" y="-983760"/>
            <a:ext cx="3141174" cy="3616745"/>
            <a:chOff x="-855488" y="-983760"/>
            <a:chExt cx="3141174" cy="3616745"/>
          </a:xfrm>
        </p:grpSpPr>
        <p:pic>
          <p:nvPicPr>
            <p:cNvPr id="1478" name="Google Shape;1478;p77"/>
            <p:cNvPicPr preferRelativeResize="0"/>
            <p:nvPr/>
          </p:nvPicPr>
          <p:blipFill rotWithShape="1">
            <a:blip r:embed="rId9">
              <a:alphaModFix/>
            </a:blip>
            <a:srcRect b="0" l="0" r="0" t="0"/>
            <a:stretch/>
          </p:blipFill>
          <p:spPr>
            <a:xfrm>
              <a:off x="1496851" y="71218"/>
              <a:ext cx="643602" cy="499705"/>
            </a:xfrm>
            <a:prstGeom prst="rect">
              <a:avLst/>
            </a:prstGeom>
            <a:noFill/>
            <a:ln>
              <a:noFill/>
            </a:ln>
          </p:spPr>
        </p:pic>
        <p:pic>
          <p:nvPicPr>
            <p:cNvPr id="1479" name="Google Shape;1479;p77"/>
            <p:cNvPicPr preferRelativeResize="0"/>
            <p:nvPr/>
          </p:nvPicPr>
          <p:blipFill rotWithShape="1">
            <a:blip r:embed="rId2">
              <a:alphaModFix/>
            </a:blip>
            <a:srcRect b="0" l="0" r="0" t="0"/>
            <a:stretch/>
          </p:blipFill>
          <p:spPr>
            <a:xfrm rot="-9540140">
              <a:off x="-385949" y="-689785"/>
              <a:ext cx="2202096" cy="3028795"/>
            </a:xfrm>
            <a:prstGeom prst="rect">
              <a:avLst/>
            </a:prstGeom>
            <a:noFill/>
            <a:ln>
              <a:noFill/>
            </a:ln>
          </p:spPr>
        </p:pic>
        <p:pic>
          <p:nvPicPr>
            <p:cNvPr id="1480" name="Google Shape;1480;p77"/>
            <p:cNvPicPr preferRelativeResize="0"/>
            <p:nvPr/>
          </p:nvPicPr>
          <p:blipFill rotWithShape="1">
            <a:blip r:embed="rId10">
              <a:alphaModFix/>
            </a:blip>
            <a:srcRect b="0" l="0" r="0" t="0"/>
            <a:stretch/>
          </p:blipFill>
          <p:spPr>
            <a:xfrm>
              <a:off x="166284" y="1988468"/>
              <a:ext cx="374127" cy="354503"/>
            </a:xfrm>
            <a:prstGeom prst="rect">
              <a:avLst/>
            </a:prstGeom>
            <a:noFill/>
            <a:ln>
              <a:noFill/>
            </a:ln>
          </p:spPr>
        </p:pic>
        <p:pic>
          <p:nvPicPr>
            <p:cNvPr id="1481" name="Google Shape;1481;p77"/>
            <p:cNvPicPr preferRelativeResize="0"/>
            <p:nvPr/>
          </p:nvPicPr>
          <p:blipFill rotWithShape="1">
            <a:blip r:embed="rId11">
              <a:alphaModFix/>
            </a:blip>
            <a:srcRect b="0" l="0" r="0" t="0"/>
            <a:stretch/>
          </p:blipFill>
          <p:spPr>
            <a:xfrm>
              <a:off x="-5" y="-442126"/>
              <a:ext cx="977117" cy="977125"/>
            </a:xfrm>
            <a:prstGeom prst="rect">
              <a:avLst/>
            </a:prstGeom>
            <a:noFill/>
            <a:ln>
              <a:noFill/>
            </a:ln>
          </p:spPr>
        </p:pic>
      </p:grpSp>
      <p:grpSp>
        <p:nvGrpSpPr>
          <p:cNvPr id="1482" name="Google Shape;1482;p77"/>
          <p:cNvGrpSpPr/>
          <p:nvPr/>
        </p:nvGrpSpPr>
        <p:grpSpPr>
          <a:xfrm>
            <a:off x="-88280" y="4170685"/>
            <a:ext cx="1140167" cy="1122346"/>
            <a:chOff x="-88280" y="4170685"/>
            <a:chExt cx="1140167" cy="1122346"/>
          </a:xfrm>
        </p:grpSpPr>
        <p:pic>
          <p:nvPicPr>
            <p:cNvPr id="1483" name="Google Shape;1483;p77"/>
            <p:cNvPicPr preferRelativeResize="0"/>
            <p:nvPr/>
          </p:nvPicPr>
          <p:blipFill rotWithShape="1">
            <a:blip r:embed="rId12">
              <a:alphaModFix/>
            </a:blip>
            <a:srcRect b="0" l="0" r="0" t="0"/>
            <a:stretch/>
          </p:blipFill>
          <p:spPr>
            <a:xfrm>
              <a:off x="11139" y="4968615"/>
              <a:ext cx="355813" cy="324416"/>
            </a:xfrm>
            <a:prstGeom prst="rect">
              <a:avLst/>
            </a:prstGeom>
            <a:noFill/>
            <a:ln>
              <a:noFill/>
            </a:ln>
          </p:spPr>
        </p:pic>
        <p:pic>
          <p:nvPicPr>
            <p:cNvPr id="1484" name="Google Shape;1484;p77"/>
            <p:cNvPicPr preferRelativeResize="0"/>
            <p:nvPr/>
          </p:nvPicPr>
          <p:blipFill rotWithShape="1">
            <a:blip r:embed="rId13">
              <a:alphaModFix/>
            </a:blip>
            <a:srcRect b="0" l="0" r="0" t="0"/>
            <a:stretch/>
          </p:blipFill>
          <p:spPr>
            <a:xfrm>
              <a:off x="540406" y="4734060"/>
              <a:ext cx="511481" cy="409444"/>
            </a:xfrm>
            <a:prstGeom prst="rect">
              <a:avLst/>
            </a:prstGeom>
            <a:noFill/>
            <a:ln>
              <a:noFill/>
            </a:ln>
          </p:spPr>
        </p:pic>
        <p:pic>
          <p:nvPicPr>
            <p:cNvPr id="1485" name="Google Shape;1485;p77"/>
            <p:cNvPicPr preferRelativeResize="0"/>
            <p:nvPr/>
          </p:nvPicPr>
          <p:blipFill rotWithShape="1">
            <a:blip r:embed="rId14">
              <a:alphaModFix/>
            </a:blip>
            <a:srcRect b="0" l="0" r="0" t="0"/>
            <a:stretch/>
          </p:blipFill>
          <p:spPr>
            <a:xfrm>
              <a:off x="-88280" y="4170685"/>
              <a:ext cx="554649" cy="485315"/>
            </a:xfrm>
            <a:prstGeom prst="rect">
              <a:avLst/>
            </a:prstGeom>
            <a:noFill/>
            <a:ln>
              <a:noFill/>
            </a:ln>
          </p:spPr>
        </p:pic>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486" name="Shape 1486"/>
        <p:cNvGrpSpPr/>
        <p:nvPr/>
      </p:nvGrpSpPr>
      <p:grpSpPr>
        <a:xfrm>
          <a:off x="0" y="0"/>
          <a:ext cx="0" cy="0"/>
          <a:chOff x="0" y="0"/>
          <a:chExt cx="0" cy="0"/>
        </a:xfrm>
      </p:grpSpPr>
      <p:sp>
        <p:nvSpPr>
          <p:cNvPr id="1487" name="Google Shape;1487;p7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488" name="Google Shape;1488;p78"/>
          <p:cNvSpPr txBox="1"/>
          <p:nvPr>
            <p:ph idx="1" type="subTitle"/>
          </p:nvPr>
        </p:nvSpPr>
        <p:spPr>
          <a:xfrm>
            <a:off x="196666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89" name="Google Shape;1489;p78"/>
          <p:cNvSpPr txBox="1"/>
          <p:nvPr>
            <p:ph idx="2" type="subTitle"/>
          </p:nvPr>
        </p:nvSpPr>
        <p:spPr>
          <a:xfrm>
            <a:off x="1966713"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0" name="Google Shape;1490;p78"/>
          <p:cNvSpPr txBox="1"/>
          <p:nvPr>
            <p:ph idx="3" type="subTitle"/>
          </p:nvPr>
        </p:nvSpPr>
        <p:spPr>
          <a:xfrm>
            <a:off x="5482609" y="200590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1" name="Google Shape;1491;p78"/>
          <p:cNvSpPr txBox="1"/>
          <p:nvPr>
            <p:ph idx="4" type="subTitle"/>
          </p:nvPr>
        </p:nvSpPr>
        <p:spPr>
          <a:xfrm>
            <a:off x="1966713"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2" name="Google Shape;1492;p78"/>
          <p:cNvSpPr txBox="1"/>
          <p:nvPr>
            <p:ph idx="5" type="subTitle"/>
          </p:nvPr>
        </p:nvSpPr>
        <p:spPr>
          <a:xfrm>
            <a:off x="5482609" y="3615650"/>
            <a:ext cx="2280600" cy="77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3" name="Google Shape;1493;p78"/>
          <p:cNvSpPr txBox="1"/>
          <p:nvPr>
            <p:ph idx="6" type="subTitle"/>
          </p:nvPr>
        </p:nvSpPr>
        <p:spPr>
          <a:xfrm>
            <a:off x="1966713"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94" name="Google Shape;1494;p78"/>
          <p:cNvSpPr txBox="1"/>
          <p:nvPr>
            <p:ph idx="7" type="subTitle"/>
          </p:nvPr>
        </p:nvSpPr>
        <p:spPr>
          <a:xfrm>
            <a:off x="5482613" y="17189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95" name="Google Shape;1495;p78"/>
          <p:cNvSpPr txBox="1"/>
          <p:nvPr>
            <p:ph idx="8" type="subTitle"/>
          </p:nvPr>
        </p:nvSpPr>
        <p:spPr>
          <a:xfrm>
            <a:off x="5482609" y="3328750"/>
            <a:ext cx="2280600" cy="38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496" name="Google Shape;1496;p78"/>
          <p:cNvGrpSpPr/>
          <p:nvPr/>
        </p:nvGrpSpPr>
        <p:grpSpPr>
          <a:xfrm>
            <a:off x="6806574" y="-963374"/>
            <a:ext cx="3548696" cy="3744459"/>
            <a:chOff x="6806574" y="-963374"/>
            <a:chExt cx="3548696" cy="3744459"/>
          </a:xfrm>
        </p:grpSpPr>
        <p:pic>
          <p:nvPicPr>
            <p:cNvPr id="1497" name="Google Shape;1497;p78"/>
            <p:cNvPicPr preferRelativeResize="0"/>
            <p:nvPr/>
          </p:nvPicPr>
          <p:blipFill rotWithShape="1">
            <a:blip r:embed="rId2">
              <a:alphaModFix/>
            </a:blip>
            <a:srcRect b="0" l="0" r="0" t="0"/>
            <a:stretch/>
          </p:blipFill>
          <p:spPr>
            <a:xfrm flipH="1" rot="8678350">
              <a:off x="7479875" y="-605542"/>
              <a:ext cx="2202095" cy="3028795"/>
            </a:xfrm>
            <a:prstGeom prst="rect">
              <a:avLst/>
            </a:prstGeom>
            <a:noFill/>
            <a:ln>
              <a:noFill/>
            </a:ln>
          </p:spPr>
        </p:pic>
        <p:pic>
          <p:nvPicPr>
            <p:cNvPr id="1498" name="Google Shape;1498;p78"/>
            <p:cNvPicPr preferRelativeResize="0"/>
            <p:nvPr/>
          </p:nvPicPr>
          <p:blipFill rotWithShape="1">
            <a:blip r:embed="rId3">
              <a:alphaModFix/>
            </a:blip>
            <a:srcRect b="0" l="0" r="0" t="0"/>
            <a:stretch/>
          </p:blipFill>
          <p:spPr>
            <a:xfrm flipH="1" rot="10800000">
              <a:off x="6806579" y="-484273"/>
              <a:ext cx="977125" cy="977125"/>
            </a:xfrm>
            <a:prstGeom prst="rect">
              <a:avLst/>
            </a:prstGeom>
            <a:noFill/>
            <a:ln>
              <a:noFill/>
            </a:ln>
          </p:spPr>
        </p:pic>
        <p:pic>
          <p:nvPicPr>
            <p:cNvPr id="1499" name="Google Shape;1499;p78"/>
            <p:cNvPicPr preferRelativeResize="0"/>
            <p:nvPr/>
          </p:nvPicPr>
          <p:blipFill rotWithShape="1">
            <a:blip r:embed="rId4">
              <a:alphaModFix/>
            </a:blip>
            <a:srcRect b="0" l="0" r="0" t="0"/>
            <a:stretch/>
          </p:blipFill>
          <p:spPr>
            <a:xfrm flipH="1" rot="10800000">
              <a:off x="8295753" y="1017733"/>
              <a:ext cx="570347" cy="554646"/>
            </a:xfrm>
            <a:prstGeom prst="rect">
              <a:avLst/>
            </a:prstGeom>
            <a:noFill/>
            <a:ln>
              <a:noFill/>
            </a:ln>
          </p:spPr>
        </p:pic>
      </p:grpSp>
      <p:grpSp>
        <p:nvGrpSpPr>
          <p:cNvPr id="1500" name="Google Shape;1500;p78"/>
          <p:cNvGrpSpPr/>
          <p:nvPr/>
        </p:nvGrpSpPr>
        <p:grpSpPr>
          <a:xfrm>
            <a:off x="8274438" y="3651809"/>
            <a:ext cx="1099211" cy="1933810"/>
            <a:chOff x="8274438" y="3651809"/>
            <a:chExt cx="1099211" cy="1933810"/>
          </a:xfrm>
        </p:grpSpPr>
        <p:pic>
          <p:nvPicPr>
            <p:cNvPr id="1501" name="Google Shape;1501;p78"/>
            <p:cNvPicPr preferRelativeResize="0"/>
            <p:nvPr/>
          </p:nvPicPr>
          <p:blipFill rotWithShape="1">
            <a:blip r:embed="rId5">
              <a:alphaModFix/>
            </a:blip>
            <a:srcRect b="0" l="0" r="0" t="0"/>
            <a:stretch/>
          </p:blipFill>
          <p:spPr>
            <a:xfrm flipH="1" rot="10800000">
              <a:off x="8274438" y="4608494"/>
              <a:ext cx="977117" cy="977125"/>
            </a:xfrm>
            <a:prstGeom prst="rect">
              <a:avLst/>
            </a:prstGeom>
            <a:noFill/>
            <a:ln>
              <a:noFill/>
            </a:ln>
          </p:spPr>
        </p:pic>
        <p:pic>
          <p:nvPicPr>
            <p:cNvPr id="1502" name="Google Shape;1502;p78"/>
            <p:cNvPicPr preferRelativeResize="0"/>
            <p:nvPr/>
          </p:nvPicPr>
          <p:blipFill rotWithShape="1">
            <a:blip r:embed="rId6">
              <a:alphaModFix/>
            </a:blip>
            <a:srcRect b="0" l="0" r="0" t="0"/>
            <a:stretch/>
          </p:blipFill>
          <p:spPr>
            <a:xfrm flipH="1" rot="10800000">
              <a:off x="8358546" y="4168159"/>
              <a:ext cx="444766" cy="303486"/>
            </a:xfrm>
            <a:prstGeom prst="rect">
              <a:avLst/>
            </a:prstGeom>
            <a:noFill/>
            <a:ln>
              <a:noFill/>
            </a:ln>
          </p:spPr>
        </p:pic>
        <p:pic>
          <p:nvPicPr>
            <p:cNvPr id="1503" name="Google Shape;1503;p78"/>
            <p:cNvPicPr preferRelativeResize="0"/>
            <p:nvPr/>
          </p:nvPicPr>
          <p:blipFill rotWithShape="1">
            <a:blip r:embed="rId7">
              <a:alphaModFix/>
            </a:blip>
            <a:srcRect b="0" l="0" r="0" t="0"/>
            <a:stretch/>
          </p:blipFill>
          <p:spPr>
            <a:xfrm flipH="1" rot="10800000">
              <a:off x="8803302" y="3651809"/>
              <a:ext cx="570347" cy="444763"/>
            </a:xfrm>
            <a:prstGeom prst="rect">
              <a:avLst/>
            </a:prstGeom>
            <a:noFill/>
            <a:ln>
              <a:noFill/>
            </a:ln>
          </p:spPr>
        </p:pic>
      </p:grpSp>
      <p:grpSp>
        <p:nvGrpSpPr>
          <p:cNvPr id="1504" name="Google Shape;1504;p78"/>
          <p:cNvGrpSpPr/>
          <p:nvPr/>
        </p:nvGrpSpPr>
        <p:grpSpPr>
          <a:xfrm>
            <a:off x="-443760" y="-484280"/>
            <a:ext cx="1327450" cy="1609183"/>
            <a:chOff x="-443760" y="-484280"/>
            <a:chExt cx="1327450" cy="1609183"/>
          </a:xfrm>
        </p:grpSpPr>
        <p:pic>
          <p:nvPicPr>
            <p:cNvPr id="1505" name="Google Shape;1505;p78"/>
            <p:cNvPicPr preferRelativeResize="0"/>
            <p:nvPr/>
          </p:nvPicPr>
          <p:blipFill rotWithShape="1">
            <a:blip r:embed="rId8">
              <a:alphaModFix/>
            </a:blip>
            <a:srcRect b="0" l="0" r="0" t="0"/>
            <a:stretch/>
          </p:blipFill>
          <p:spPr>
            <a:xfrm flipH="1" rot="10800000">
              <a:off x="-443760" y="-484280"/>
              <a:ext cx="1327450" cy="1266949"/>
            </a:xfrm>
            <a:prstGeom prst="rect">
              <a:avLst/>
            </a:prstGeom>
            <a:noFill/>
            <a:ln>
              <a:noFill/>
            </a:ln>
          </p:spPr>
        </p:pic>
        <p:pic>
          <p:nvPicPr>
            <p:cNvPr id="1506" name="Google Shape;1506;p78"/>
            <p:cNvPicPr preferRelativeResize="0"/>
            <p:nvPr/>
          </p:nvPicPr>
          <p:blipFill rotWithShape="1">
            <a:blip r:embed="rId9">
              <a:alphaModFix/>
            </a:blip>
            <a:srcRect b="0" l="0" r="0" t="0"/>
            <a:stretch/>
          </p:blipFill>
          <p:spPr>
            <a:xfrm flipH="1" rot="10800000">
              <a:off x="314143" y="125564"/>
              <a:ext cx="511481" cy="409444"/>
            </a:xfrm>
            <a:prstGeom prst="rect">
              <a:avLst/>
            </a:prstGeom>
            <a:noFill/>
            <a:ln>
              <a:noFill/>
            </a:ln>
          </p:spPr>
        </p:pic>
        <p:pic>
          <p:nvPicPr>
            <p:cNvPr id="1507" name="Google Shape;1507;p78"/>
            <p:cNvPicPr preferRelativeResize="0"/>
            <p:nvPr/>
          </p:nvPicPr>
          <p:blipFill rotWithShape="1">
            <a:blip r:embed="rId10">
              <a:alphaModFix/>
            </a:blip>
            <a:srcRect b="0" l="0" r="0" t="0"/>
            <a:stretch/>
          </p:blipFill>
          <p:spPr>
            <a:xfrm flipH="1" rot="10800000">
              <a:off x="143164" y="800487"/>
              <a:ext cx="355813" cy="324416"/>
            </a:xfrm>
            <a:prstGeom prst="rect">
              <a:avLst/>
            </a:prstGeom>
            <a:noFill/>
            <a:ln>
              <a:noFill/>
            </a:ln>
          </p:spPr>
        </p:pic>
      </p:grpSp>
      <p:grpSp>
        <p:nvGrpSpPr>
          <p:cNvPr id="1508" name="Google Shape;1508;p78"/>
          <p:cNvGrpSpPr/>
          <p:nvPr/>
        </p:nvGrpSpPr>
        <p:grpSpPr>
          <a:xfrm>
            <a:off x="-1000725" y="2362045"/>
            <a:ext cx="3445978" cy="3616745"/>
            <a:chOff x="-1000725" y="2362045"/>
            <a:chExt cx="3445978" cy="3616745"/>
          </a:xfrm>
        </p:grpSpPr>
        <p:pic>
          <p:nvPicPr>
            <p:cNvPr id="1509" name="Google Shape;1509;p78"/>
            <p:cNvPicPr preferRelativeResize="0"/>
            <p:nvPr/>
          </p:nvPicPr>
          <p:blipFill rotWithShape="1">
            <a:blip r:embed="rId11">
              <a:alphaModFix/>
            </a:blip>
            <a:srcRect b="0" l="0" r="0" t="0"/>
            <a:stretch/>
          </p:blipFill>
          <p:spPr>
            <a:xfrm flipH="1" rot="10800000">
              <a:off x="1801651" y="4471657"/>
              <a:ext cx="643602" cy="499705"/>
            </a:xfrm>
            <a:prstGeom prst="rect">
              <a:avLst/>
            </a:prstGeom>
            <a:noFill/>
            <a:ln>
              <a:noFill/>
            </a:ln>
          </p:spPr>
        </p:pic>
        <p:pic>
          <p:nvPicPr>
            <p:cNvPr id="1510" name="Google Shape;1510;p78"/>
            <p:cNvPicPr preferRelativeResize="0"/>
            <p:nvPr/>
          </p:nvPicPr>
          <p:blipFill rotWithShape="1">
            <a:blip r:embed="rId2">
              <a:alphaModFix/>
            </a:blip>
            <a:srcRect b="0" l="0" r="0" t="0"/>
            <a:stretch/>
          </p:blipFill>
          <p:spPr>
            <a:xfrm flipH="1" rot="-1259860">
              <a:off x="-531186" y="2656020"/>
              <a:ext cx="2202096" cy="3028795"/>
            </a:xfrm>
            <a:prstGeom prst="rect">
              <a:avLst/>
            </a:prstGeom>
            <a:noFill/>
            <a:ln>
              <a:noFill/>
            </a:ln>
          </p:spPr>
        </p:pic>
        <p:pic>
          <p:nvPicPr>
            <p:cNvPr id="1511" name="Google Shape;1511;p78"/>
            <p:cNvPicPr preferRelativeResize="0"/>
            <p:nvPr/>
          </p:nvPicPr>
          <p:blipFill rotWithShape="1">
            <a:blip r:embed="rId12">
              <a:alphaModFix/>
            </a:blip>
            <a:srcRect b="0" l="0" r="0" t="0"/>
            <a:stretch/>
          </p:blipFill>
          <p:spPr>
            <a:xfrm flipH="1" rot="10800000">
              <a:off x="292545" y="3483605"/>
              <a:ext cx="554649" cy="485315"/>
            </a:xfrm>
            <a:prstGeom prst="rect">
              <a:avLst/>
            </a:prstGeom>
            <a:noFill/>
            <a:ln>
              <a:noFill/>
            </a:ln>
          </p:spPr>
        </p:pic>
        <p:pic>
          <p:nvPicPr>
            <p:cNvPr id="1512" name="Google Shape;1512;p78"/>
            <p:cNvPicPr preferRelativeResize="0"/>
            <p:nvPr/>
          </p:nvPicPr>
          <p:blipFill rotWithShape="1">
            <a:blip r:embed="rId13">
              <a:alphaModFix/>
            </a:blip>
            <a:srcRect b="0" l="0" r="0" t="0"/>
            <a:stretch/>
          </p:blipFill>
          <p:spPr>
            <a:xfrm flipH="1" rot="10800000">
              <a:off x="-268605" y="2483206"/>
              <a:ext cx="977117" cy="977125"/>
            </a:xfrm>
            <a:prstGeom prst="rect">
              <a:avLst/>
            </a:prstGeom>
            <a:noFill/>
            <a:ln>
              <a:noFill/>
            </a:ln>
          </p:spPr>
        </p:pic>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13" name="Shape 1513"/>
        <p:cNvGrpSpPr/>
        <p:nvPr/>
      </p:nvGrpSpPr>
      <p:grpSpPr>
        <a:xfrm>
          <a:off x="0" y="0"/>
          <a:ext cx="0" cy="0"/>
          <a:chOff x="0" y="0"/>
          <a:chExt cx="0" cy="0"/>
        </a:xfrm>
      </p:grpSpPr>
      <p:sp>
        <p:nvSpPr>
          <p:cNvPr id="1514" name="Google Shape;1514;p79"/>
          <p:cNvSpPr/>
          <p:nvPr>
            <p:ph idx="2" type="pic"/>
          </p:nvPr>
        </p:nvSpPr>
        <p:spPr>
          <a:xfrm>
            <a:off x="0" y="0"/>
            <a:ext cx="9144000" cy="5143500"/>
          </a:xfrm>
          <a:prstGeom prst="rect">
            <a:avLst/>
          </a:prstGeom>
          <a:noFill/>
          <a:ln>
            <a:noFill/>
          </a:ln>
        </p:spPr>
      </p:sp>
      <p:sp>
        <p:nvSpPr>
          <p:cNvPr id="1515" name="Google Shape;1515;p79"/>
          <p:cNvSpPr txBox="1"/>
          <p:nvPr>
            <p:ph type="title"/>
          </p:nvPr>
        </p:nvSpPr>
        <p:spPr>
          <a:xfrm>
            <a:off x="715100" y="3341675"/>
            <a:ext cx="4647600" cy="1143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516" name="Shape 1516"/>
        <p:cNvGrpSpPr/>
        <p:nvPr/>
      </p:nvGrpSpPr>
      <p:grpSpPr>
        <a:xfrm>
          <a:off x="0" y="0"/>
          <a:ext cx="0" cy="0"/>
          <a:chOff x="0" y="0"/>
          <a:chExt cx="0" cy="0"/>
        </a:xfrm>
      </p:grpSpPr>
      <p:sp>
        <p:nvSpPr>
          <p:cNvPr id="1517" name="Google Shape;1517;p80"/>
          <p:cNvSpPr txBox="1"/>
          <p:nvPr>
            <p:ph idx="1" type="subTitle"/>
          </p:nvPr>
        </p:nvSpPr>
        <p:spPr>
          <a:xfrm>
            <a:off x="1418900"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518" name="Google Shape;1518;p80"/>
          <p:cNvSpPr txBox="1"/>
          <p:nvPr>
            <p:ph idx="2" type="subTitle"/>
          </p:nvPr>
        </p:nvSpPr>
        <p:spPr>
          <a:xfrm>
            <a:off x="4827403" y="1965900"/>
            <a:ext cx="2897700" cy="52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519" name="Google Shape;1519;p8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520" name="Google Shape;1520;p80"/>
          <p:cNvGrpSpPr/>
          <p:nvPr/>
        </p:nvGrpSpPr>
        <p:grpSpPr>
          <a:xfrm>
            <a:off x="7158639" y="-555211"/>
            <a:ext cx="2768466" cy="3675990"/>
            <a:chOff x="7158639" y="-555211"/>
            <a:chExt cx="2768466" cy="3675990"/>
          </a:xfrm>
        </p:grpSpPr>
        <p:pic>
          <p:nvPicPr>
            <p:cNvPr id="1521" name="Google Shape;1521;p80"/>
            <p:cNvPicPr preferRelativeResize="0"/>
            <p:nvPr/>
          </p:nvPicPr>
          <p:blipFill rotWithShape="1">
            <a:blip r:embed="rId2">
              <a:alphaModFix/>
            </a:blip>
            <a:srcRect b="0" l="0" r="0" t="0"/>
            <a:stretch/>
          </p:blipFill>
          <p:spPr>
            <a:xfrm flipH="1" rot="-10422309">
              <a:off x="7565601" y="-443617"/>
              <a:ext cx="2202096" cy="3028796"/>
            </a:xfrm>
            <a:prstGeom prst="rect">
              <a:avLst/>
            </a:prstGeom>
            <a:noFill/>
            <a:ln>
              <a:noFill/>
            </a:ln>
          </p:spPr>
        </p:pic>
        <p:pic>
          <p:nvPicPr>
            <p:cNvPr id="1522" name="Google Shape;1522;p80"/>
            <p:cNvPicPr preferRelativeResize="0"/>
            <p:nvPr/>
          </p:nvPicPr>
          <p:blipFill rotWithShape="1">
            <a:blip r:embed="rId3">
              <a:alphaModFix/>
            </a:blip>
            <a:srcRect b="0" l="0" r="0" t="0"/>
            <a:stretch/>
          </p:blipFill>
          <p:spPr>
            <a:xfrm flipH="1" rot="10800000">
              <a:off x="7677029" y="-507073"/>
              <a:ext cx="977125" cy="977125"/>
            </a:xfrm>
            <a:prstGeom prst="rect">
              <a:avLst/>
            </a:prstGeom>
            <a:noFill/>
            <a:ln>
              <a:noFill/>
            </a:ln>
          </p:spPr>
        </p:pic>
        <p:pic>
          <p:nvPicPr>
            <p:cNvPr id="1523" name="Google Shape;1523;p80"/>
            <p:cNvPicPr preferRelativeResize="0"/>
            <p:nvPr/>
          </p:nvPicPr>
          <p:blipFill rotWithShape="1">
            <a:blip r:embed="rId4">
              <a:alphaModFix/>
            </a:blip>
            <a:srcRect b="0" l="0" r="0" t="0"/>
            <a:stretch/>
          </p:blipFill>
          <p:spPr>
            <a:xfrm flipH="1" rot="10800000">
              <a:off x="7158639" y="120599"/>
              <a:ext cx="355813" cy="324416"/>
            </a:xfrm>
            <a:prstGeom prst="rect">
              <a:avLst/>
            </a:prstGeom>
            <a:noFill/>
            <a:ln>
              <a:noFill/>
            </a:ln>
          </p:spPr>
        </p:pic>
        <p:pic>
          <p:nvPicPr>
            <p:cNvPr id="1524" name="Google Shape;1524;p80"/>
            <p:cNvPicPr preferRelativeResize="0"/>
            <p:nvPr/>
          </p:nvPicPr>
          <p:blipFill rotWithShape="1">
            <a:blip r:embed="rId5">
              <a:alphaModFix/>
            </a:blip>
            <a:srcRect b="0" l="0" r="0" t="0"/>
            <a:stretch/>
          </p:blipFill>
          <p:spPr>
            <a:xfrm flipH="1" rot="10800000">
              <a:off x="8294128" y="2566133"/>
              <a:ext cx="570347" cy="554646"/>
            </a:xfrm>
            <a:prstGeom prst="rect">
              <a:avLst/>
            </a:prstGeom>
            <a:noFill/>
            <a:ln>
              <a:noFill/>
            </a:ln>
          </p:spPr>
        </p:pic>
      </p:grpSp>
      <p:grpSp>
        <p:nvGrpSpPr>
          <p:cNvPr id="1525" name="Google Shape;1525;p80"/>
          <p:cNvGrpSpPr/>
          <p:nvPr/>
        </p:nvGrpSpPr>
        <p:grpSpPr>
          <a:xfrm>
            <a:off x="71483" y="-15199"/>
            <a:ext cx="1066129" cy="792856"/>
            <a:chOff x="71483" y="-15199"/>
            <a:chExt cx="1066129" cy="792856"/>
          </a:xfrm>
        </p:grpSpPr>
        <p:pic>
          <p:nvPicPr>
            <p:cNvPr id="1526" name="Google Shape;1526;p80"/>
            <p:cNvPicPr preferRelativeResize="0"/>
            <p:nvPr/>
          </p:nvPicPr>
          <p:blipFill rotWithShape="1">
            <a:blip r:embed="rId6">
              <a:alphaModFix/>
            </a:blip>
            <a:srcRect b="0" l="0" r="0" t="0"/>
            <a:stretch/>
          </p:blipFill>
          <p:spPr>
            <a:xfrm flipH="1" rot="10800000">
              <a:off x="626131" y="-15199"/>
              <a:ext cx="511481" cy="409444"/>
            </a:xfrm>
            <a:prstGeom prst="rect">
              <a:avLst/>
            </a:prstGeom>
            <a:noFill/>
            <a:ln>
              <a:noFill/>
            </a:ln>
          </p:spPr>
        </p:pic>
        <p:pic>
          <p:nvPicPr>
            <p:cNvPr id="1527" name="Google Shape;1527;p80"/>
            <p:cNvPicPr preferRelativeResize="0"/>
            <p:nvPr/>
          </p:nvPicPr>
          <p:blipFill rotWithShape="1">
            <a:blip r:embed="rId7">
              <a:alphaModFix/>
            </a:blip>
            <a:srcRect b="0" l="0" r="0" t="0"/>
            <a:stretch/>
          </p:blipFill>
          <p:spPr>
            <a:xfrm flipH="1" rot="10800000">
              <a:off x="71483" y="292342"/>
              <a:ext cx="554649" cy="485315"/>
            </a:xfrm>
            <a:prstGeom prst="rect">
              <a:avLst/>
            </a:prstGeom>
            <a:noFill/>
            <a:ln>
              <a:noFill/>
            </a:ln>
          </p:spPr>
        </p:pic>
      </p:grpSp>
      <p:grpSp>
        <p:nvGrpSpPr>
          <p:cNvPr id="1528" name="Google Shape;1528;p80"/>
          <p:cNvGrpSpPr/>
          <p:nvPr/>
        </p:nvGrpSpPr>
        <p:grpSpPr>
          <a:xfrm>
            <a:off x="7984146" y="3665809"/>
            <a:ext cx="1325078" cy="1629972"/>
            <a:chOff x="7984146" y="3665809"/>
            <a:chExt cx="1325078" cy="1629972"/>
          </a:xfrm>
        </p:grpSpPr>
        <p:pic>
          <p:nvPicPr>
            <p:cNvPr id="1529" name="Google Shape;1529;p80"/>
            <p:cNvPicPr preferRelativeResize="0"/>
            <p:nvPr/>
          </p:nvPicPr>
          <p:blipFill rotWithShape="1">
            <a:blip r:embed="rId8">
              <a:alphaModFix/>
            </a:blip>
            <a:srcRect b="0" l="0" r="0" t="0"/>
            <a:stretch/>
          </p:blipFill>
          <p:spPr>
            <a:xfrm flipH="1" rot="10800000">
              <a:off x="8294125" y="4318656"/>
              <a:ext cx="977117" cy="977125"/>
            </a:xfrm>
            <a:prstGeom prst="rect">
              <a:avLst/>
            </a:prstGeom>
            <a:noFill/>
            <a:ln>
              <a:noFill/>
            </a:ln>
          </p:spPr>
        </p:pic>
        <p:pic>
          <p:nvPicPr>
            <p:cNvPr id="1530" name="Google Shape;1530;p80"/>
            <p:cNvPicPr preferRelativeResize="0"/>
            <p:nvPr/>
          </p:nvPicPr>
          <p:blipFill rotWithShape="1">
            <a:blip r:embed="rId9">
              <a:alphaModFix/>
            </a:blip>
            <a:srcRect b="0" l="0" r="0" t="0"/>
            <a:stretch/>
          </p:blipFill>
          <p:spPr>
            <a:xfrm flipH="1" rot="10800000">
              <a:off x="7984146" y="4557384"/>
              <a:ext cx="444766" cy="303486"/>
            </a:xfrm>
            <a:prstGeom prst="rect">
              <a:avLst/>
            </a:prstGeom>
            <a:noFill/>
            <a:ln>
              <a:noFill/>
            </a:ln>
          </p:spPr>
        </p:pic>
        <p:pic>
          <p:nvPicPr>
            <p:cNvPr id="1531" name="Google Shape;1531;p80"/>
            <p:cNvPicPr preferRelativeResize="0"/>
            <p:nvPr/>
          </p:nvPicPr>
          <p:blipFill rotWithShape="1">
            <a:blip r:embed="rId10">
              <a:alphaModFix/>
            </a:blip>
            <a:srcRect b="0" l="0" r="0" t="0"/>
            <a:stretch/>
          </p:blipFill>
          <p:spPr>
            <a:xfrm flipH="1" rot="10800000">
              <a:off x="8738877" y="3665809"/>
              <a:ext cx="570347" cy="444763"/>
            </a:xfrm>
            <a:prstGeom prst="rect">
              <a:avLst/>
            </a:prstGeom>
            <a:noFill/>
            <a:ln>
              <a:noFill/>
            </a:ln>
          </p:spPr>
        </p:pic>
      </p:grpSp>
      <p:grpSp>
        <p:nvGrpSpPr>
          <p:cNvPr id="1532" name="Google Shape;1532;p80"/>
          <p:cNvGrpSpPr/>
          <p:nvPr/>
        </p:nvGrpSpPr>
        <p:grpSpPr>
          <a:xfrm>
            <a:off x="-1060200" y="1133476"/>
            <a:ext cx="3141174" cy="4774114"/>
            <a:chOff x="-1060200" y="1133476"/>
            <a:chExt cx="3141174" cy="4774114"/>
          </a:xfrm>
        </p:grpSpPr>
        <p:pic>
          <p:nvPicPr>
            <p:cNvPr id="1533" name="Google Shape;1533;p80"/>
            <p:cNvPicPr preferRelativeResize="0"/>
            <p:nvPr/>
          </p:nvPicPr>
          <p:blipFill rotWithShape="1">
            <a:blip r:embed="rId2">
              <a:alphaModFix/>
            </a:blip>
            <a:srcRect b="0" l="0" r="0" t="0"/>
            <a:stretch/>
          </p:blipFill>
          <p:spPr>
            <a:xfrm flipH="1" rot="-1259860">
              <a:off x="-590661" y="2584820"/>
              <a:ext cx="2202096" cy="3028795"/>
            </a:xfrm>
            <a:prstGeom prst="rect">
              <a:avLst/>
            </a:prstGeom>
            <a:noFill/>
            <a:ln>
              <a:noFill/>
            </a:ln>
          </p:spPr>
        </p:pic>
        <p:pic>
          <p:nvPicPr>
            <p:cNvPr id="1534" name="Google Shape;1534;p80"/>
            <p:cNvPicPr preferRelativeResize="0"/>
            <p:nvPr/>
          </p:nvPicPr>
          <p:blipFill rotWithShape="1">
            <a:blip r:embed="rId11">
              <a:alphaModFix/>
            </a:blip>
            <a:srcRect b="0" l="0" r="0" t="0"/>
            <a:stretch/>
          </p:blipFill>
          <p:spPr>
            <a:xfrm flipH="1" rot="10800000">
              <a:off x="-515675" y="1133476"/>
              <a:ext cx="1257500" cy="1200150"/>
            </a:xfrm>
            <a:prstGeom prst="rect">
              <a:avLst/>
            </a:prstGeom>
            <a:noFill/>
            <a:ln>
              <a:noFill/>
            </a:ln>
          </p:spPr>
        </p:pic>
        <p:pic>
          <p:nvPicPr>
            <p:cNvPr id="1535" name="Google Shape;1535;p80"/>
            <p:cNvPicPr preferRelativeResize="0"/>
            <p:nvPr/>
          </p:nvPicPr>
          <p:blipFill rotWithShape="1">
            <a:blip r:embed="rId12">
              <a:alphaModFix/>
            </a:blip>
            <a:srcRect b="0" l="0" r="0" t="0"/>
            <a:stretch/>
          </p:blipFill>
          <p:spPr>
            <a:xfrm flipH="1" rot="10800000">
              <a:off x="232484" y="2492109"/>
              <a:ext cx="374127" cy="354503"/>
            </a:xfrm>
            <a:prstGeom prst="rect">
              <a:avLst/>
            </a:prstGeom>
            <a:noFill/>
            <a:ln>
              <a:noFill/>
            </a:ln>
          </p:spPr>
        </p:pic>
        <p:pic>
          <p:nvPicPr>
            <p:cNvPr id="1536" name="Google Shape;1536;p80"/>
            <p:cNvPicPr preferRelativeResize="0"/>
            <p:nvPr/>
          </p:nvPicPr>
          <p:blipFill rotWithShape="1">
            <a:blip r:embed="rId13">
              <a:alphaModFix/>
            </a:blip>
            <a:srcRect b="0" l="0" r="0" t="0"/>
            <a:stretch/>
          </p:blipFill>
          <p:spPr>
            <a:xfrm flipH="1" rot="10800000">
              <a:off x="-69030" y="3731356"/>
              <a:ext cx="977117" cy="977125"/>
            </a:xfrm>
            <a:prstGeom prst="rect">
              <a:avLst/>
            </a:prstGeom>
            <a:noFill/>
            <a:ln>
              <a:noFill/>
            </a:ln>
          </p:spPr>
        </p:pic>
      </p:grpSp>
      <p:pic>
        <p:nvPicPr>
          <p:cNvPr id="1537" name="Google Shape;1537;p80"/>
          <p:cNvPicPr preferRelativeResize="0"/>
          <p:nvPr/>
        </p:nvPicPr>
        <p:blipFill rotWithShape="1">
          <a:blip r:embed="rId14">
            <a:alphaModFix/>
          </a:blip>
          <a:srcRect b="0" l="0" r="0" t="0"/>
          <a:stretch/>
        </p:blipFill>
        <p:spPr>
          <a:xfrm flipH="1" rot="10800000">
            <a:off x="4020976" y="4557382"/>
            <a:ext cx="643602" cy="499705"/>
          </a:xfrm>
          <a:prstGeom prst="rect">
            <a:avLst/>
          </a:prstGeom>
          <a:noFill/>
          <a:ln>
            <a:noFill/>
          </a:ln>
        </p:spPr>
      </p:pic>
      <p:sp>
        <p:nvSpPr>
          <p:cNvPr id="1538" name="Google Shape;1538;p80"/>
          <p:cNvSpPr txBox="1"/>
          <p:nvPr>
            <p:ph idx="3" type="body"/>
          </p:nvPr>
        </p:nvSpPr>
        <p:spPr>
          <a:xfrm>
            <a:off x="14189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1539" name="Google Shape;1539;p80"/>
          <p:cNvSpPr txBox="1"/>
          <p:nvPr>
            <p:ph idx="4" type="body"/>
          </p:nvPr>
        </p:nvSpPr>
        <p:spPr>
          <a:xfrm>
            <a:off x="4827400" y="2401038"/>
            <a:ext cx="2897700" cy="1953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40" name="Shape 1540"/>
        <p:cNvGrpSpPr/>
        <p:nvPr/>
      </p:nvGrpSpPr>
      <p:grpSpPr>
        <a:xfrm>
          <a:off x="0" y="0"/>
          <a:ext cx="0" cy="0"/>
          <a:chOff x="0" y="0"/>
          <a:chExt cx="0" cy="0"/>
        </a:xfrm>
      </p:grpSpPr>
      <p:pic>
        <p:nvPicPr>
          <p:cNvPr id="1541" name="Google Shape;1541;p81"/>
          <p:cNvPicPr preferRelativeResize="0"/>
          <p:nvPr/>
        </p:nvPicPr>
        <p:blipFill rotWithShape="1">
          <a:blip r:embed="rId2">
            <a:alphaModFix/>
          </a:blip>
          <a:srcRect b="0" l="0" r="0" t="0"/>
          <a:stretch/>
        </p:blipFill>
        <p:spPr>
          <a:xfrm>
            <a:off x="7985299" y="2239938"/>
            <a:ext cx="1859701" cy="1774980"/>
          </a:xfrm>
          <a:prstGeom prst="rect">
            <a:avLst/>
          </a:prstGeom>
          <a:noFill/>
          <a:ln>
            <a:noFill/>
          </a:ln>
        </p:spPr>
      </p:pic>
      <p:sp>
        <p:nvSpPr>
          <p:cNvPr id="1542" name="Google Shape;1542;p81"/>
          <p:cNvSpPr txBox="1"/>
          <p:nvPr>
            <p:ph hasCustomPrompt="1" type="title"/>
          </p:nvPr>
        </p:nvSpPr>
        <p:spPr>
          <a:xfrm>
            <a:off x="1754475" y="1627896"/>
            <a:ext cx="5635200" cy="151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8500"/>
              <a:buNone/>
              <a:defRPr sz="8500">
                <a:highlight>
                  <a:schemeClr val="lt1"/>
                </a:highlight>
              </a:defRPr>
            </a:lvl1pPr>
            <a:lvl2pPr lvl="1" algn="ctr">
              <a:lnSpc>
                <a:spcPct val="100000"/>
              </a:lnSpc>
              <a:spcBef>
                <a:spcPts val="0"/>
              </a:spcBef>
              <a:spcAft>
                <a:spcPts val="0"/>
              </a:spcAft>
              <a:buSzPts val="8500"/>
              <a:buNone/>
              <a:defRPr sz="8500"/>
            </a:lvl2pPr>
            <a:lvl3pPr lvl="2" algn="ctr">
              <a:lnSpc>
                <a:spcPct val="100000"/>
              </a:lnSpc>
              <a:spcBef>
                <a:spcPts val="0"/>
              </a:spcBef>
              <a:spcAft>
                <a:spcPts val="0"/>
              </a:spcAft>
              <a:buSzPts val="8500"/>
              <a:buNone/>
              <a:defRPr sz="8500"/>
            </a:lvl3pPr>
            <a:lvl4pPr lvl="3" algn="ctr">
              <a:lnSpc>
                <a:spcPct val="100000"/>
              </a:lnSpc>
              <a:spcBef>
                <a:spcPts val="0"/>
              </a:spcBef>
              <a:spcAft>
                <a:spcPts val="0"/>
              </a:spcAft>
              <a:buSzPts val="8500"/>
              <a:buNone/>
              <a:defRPr sz="8500"/>
            </a:lvl4pPr>
            <a:lvl5pPr lvl="4" algn="ctr">
              <a:lnSpc>
                <a:spcPct val="100000"/>
              </a:lnSpc>
              <a:spcBef>
                <a:spcPts val="0"/>
              </a:spcBef>
              <a:spcAft>
                <a:spcPts val="0"/>
              </a:spcAft>
              <a:buSzPts val="8500"/>
              <a:buNone/>
              <a:defRPr sz="8500"/>
            </a:lvl5pPr>
            <a:lvl6pPr lvl="5" algn="ctr">
              <a:lnSpc>
                <a:spcPct val="100000"/>
              </a:lnSpc>
              <a:spcBef>
                <a:spcPts val="0"/>
              </a:spcBef>
              <a:spcAft>
                <a:spcPts val="0"/>
              </a:spcAft>
              <a:buSzPts val="8500"/>
              <a:buNone/>
              <a:defRPr sz="8500"/>
            </a:lvl6pPr>
            <a:lvl7pPr lvl="6" algn="ctr">
              <a:lnSpc>
                <a:spcPct val="100000"/>
              </a:lnSpc>
              <a:spcBef>
                <a:spcPts val="0"/>
              </a:spcBef>
              <a:spcAft>
                <a:spcPts val="0"/>
              </a:spcAft>
              <a:buSzPts val="8500"/>
              <a:buNone/>
              <a:defRPr sz="8500"/>
            </a:lvl7pPr>
            <a:lvl8pPr lvl="7" algn="ctr">
              <a:lnSpc>
                <a:spcPct val="100000"/>
              </a:lnSpc>
              <a:spcBef>
                <a:spcPts val="0"/>
              </a:spcBef>
              <a:spcAft>
                <a:spcPts val="0"/>
              </a:spcAft>
              <a:buSzPts val="8500"/>
              <a:buNone/>
              <a:defRPr sz="8500"/>
            </a:lvl8pPr>
            <a:lvl9pPr lvl="8" algn="ctr">
              <a:lnSpc>
                <a:spcPct val="100000"/>
              </a:lnSpc>
              <a:spcBef>
                <a:spcPts val="0"/>
              </a:spcBef>
              <a:spcAft>
                <a:spcPts val="0"/>
              </a:spcAft>
              <a:buSzPts val="8500"/>
              <a:buNone/>
              <a:defRPr sz="8500"/>
            </a:lvl9pPr>
          </a:lstStyle>
          <a:p>
            <a:r>
              <a:t>xx%</a:t>
            </a:r>
          </a:p>
        </p:txBody>
      </p:sp>
      <p:sp>
        <p:nvSpPr>
          <p:cNvPr id="1543" name="Google Shape;1543;p81"/>
          <p:cNvSpPr txBox="1"/>
          <p:nvPr>
            <p:ph idx="1" type="subTitle"/>
          </p:nvPr>
        </p:nvSpPr>
        <p:spPr>
          <a:xfrm>
            <a:off x="1754475" y="3139046"/>
            <a:ext cx="5635200" cy="444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544" name="Google Shape;1544;p81"/>
          <p:cNvGrpSpPr/>
          <p:nvPr/>
        </p:nvGrpSpPr>
        <p:grpSpPr>
          <a:xfrm>
            <a:off x="-1071492" y="-770823"/>
            <a:ext cx="4416234" cy="3046321"/>
            <a:chOff x="-1071492" y="-770823"/>
            <a:chExt cx="4416234" cy="3046321"/>
          </a:xfrm>
        </p:grpSpPr>
        <p:pic>
          <p:nvPicPr>
            <p:cNvPr id="1545" name="Google Shape;1545;p81"/>
            <p:cNvPicPr preferRelativeResize="0"/>
            <p:nvPr/>
          </p:nvPicPr>
          <p:blipFill rotWithShape="1">
            <a:blip r:embed="rId3">
              <a:alphaModFix/>
            </a:blip>
            <a:srcRect b="0" l="0" r="0" t="0"/>
            <a:stretch/>
          </p:blipFill>
          <p:spPr>
            <a:xfrm flipH="1" rot="4294783">
              <a:off x="-387820" y="-762059"/>
              <a:ext cx="2202094" cy="3028792"/>
            </a:xfrm>
            <a:prstGeom prst="rect">
              <a:avLst/>
            </a:prstGeom>
            <a:noFill/>
            <a:ln>
              <a:noFill/>
            </a:ln>
          </p:spPr>
        </p:pic>
        <p:pic>
          <p:nvPicPr>
            <p:cNvPr id="1546" name="Google Shape;1546;p81"/>
            <p:cNvPicPr preferRelativeResize="0"/>
            <p:nvPr/>
          </p:nvPicPr>
          <p:blipFill rotWithShape="1">
            <a:blip r:embed="rId4">
              <a:alphaModFix/>
            </a:blip>
            <a:srcRect b="0" l="0" r="0" t="0"/>
            <a:stretch/>
          </p:blipFill>
          <p:spPr>
            <a:xfrm>
              <a:off x="2367625" y="-337989"/>
              <a:ext cx="977117" cy="977125"/>
            </a:xfrm>
            <a:prstGeom prst="rect">
              <a:avLst/>
            </a:prstGeom>
            <a:noFill/>
            <a:ln>
              <a:noFill/>
            </a:ln>
          </p:spPr>
        </p:pic>
      </p:grpSp>
      <p:grpSp>
        <p:nvGrpSpPr>
          <p:cNvPr id="1547" name="Google Shape;1547;p81"/>
          <p:cNvGrpSpPr/>
          <p:nvPr/>
        </p:nvGrpSpPr>
        <p:grpSpPr>
          <a:xfrm>
            <a:off x="314876" y="3333961"/>
            <a:ext cx="3938677" cy="2236475"/>
            <a:chOff x="314876" y="3333961"/>
            <a:chExt cx="3938677" cy="2236475"/>
          </a:xfrm>
        </p:grpSpPr>
        <p:pic>
          <p:nvPicPr>
            <p:cNvPr id="1548" name="Google Shape;1548;p81"/>
            <p:cNvPicPr preferRelativeResize="0"/>
            <p:nvPr/>
          </p:nvPicPr>
          <p:blipFill rotWithShape="1">
            <a:blip r:embed="rId5">
              <a:alphaModFix/>
            </a:blip>
            <a:srcRect b="0" l="0" r="0" t="0"/>
            <a:stretch/>
          </p:blipFill>
          <p:spPr>
            <a:xfrm>
              <a:off x="314876" y="3333961"/>
              <a:ext cx="809724" cy="834132"/>
            </a:xfrm>
            <a:prstGeom prst="rect">
              <a:avLst/>
            </a:prstGeom>
            <a:noFill/>
            <a:ln>
              <a:noFill/>
            </a:ln>
          </p:spPr>
        </p:pic>
        <p:pic>
          <p:nvPicPr>
            <p:cNvPr id="1549" name="Google Shape;1549;p81"/>
            <p:cNvPicPr preferRelativeResize="0"/>
            <p:nvPr/>
          </p:nvPicPr>
          <p:blipFill rotWithShape="1">
            <a:blip r:embed="rId6">
              <a:alphaModFix/>
            </a:blip>
            <a:srcRect b="0" l="0" r="0" t="0"/>
            <a:stretch/>
          </p:blipFill>
          <p:spPr>
            <a:xfrm>
              <a:off x="3434435" y="4381495"/>
              <a:ext cx="819118" cy="638750"/>
            </a:xfrm>
            <a:prstGeom prst="rect">
              <a:avLst/>
            </a:prstGeom>
            <a:noFill/>
            <a:ln>
              <a:noFill/>
            </a:ln>
          </p:spPr>
        </p:pic>
        <p:pic>
          <p:nvPicPr>
            <p:cNvPr id="1550" name="Google Shape;1550;p81"/>
            <p:cNvPicPr preferRelativeResize="0"/>
            <p:nvPr/>
          </p:nvPicPr>
          <p:blipFill rotWithShape="1">
            <a:blip r:embed="rId7">
              <a:alphaModFix/>
            </a:blip>
            <a:srcRect b="0" l="0" r="0" t="0"/>
            <a:stretch/>
          </p:blipFill>
          <p:spPr>
            <a:xfrm>
              <a:off x="471820" y="4593311"/>
              <a:ext cx="977117" cy="977125"/>
            </a:xfrm>
            <a:prstGeom prst="rect">
              <a:avLst/>
            </a:prstGeom>
            <a:noFill/>
            <a:ln>
              <a:noFill/>
            </a:ln>
          </p:spPr>
        </p:pic>
      </p:grpSp>
      <p:pic>
        <p:nvPicPr>
          <p:cNvPr id="1551" name="Google Shape;1551;p81"/>
          <p:cNvPicPr preferRelativeResize="0"/>
          <p:nvPr/>
        </p:nvPicPr>
        <p:blipFill rotWithShape="1">
          <a:blip r:embed="rId8">
            <a:alphaModFix/>
          </a:blip>
          <a:srcRect b="9272" l="0" r="6059" t="0"/>
          <a:stretch/>
        </p:blipFill>
        <p:spPr>
          <a:xfrm>
            <a:off x="8019550" y="79200"/>
            <a:ext cx="1859701" cy="1964874"/>
          </a:xfrm>
          <a:prstGeom prst="rect">
            <a:avLst/>
          </a:prstGeom>
          <a:noFill/>
          <a:ln>
            <a:noFill/>
          </a:ln>
        </p:spPr>
      </p:pic>
      <p:pic>
        <p:nvPicPr>
          <p:cNvPr id="1552" name="Google Shape;1552;p81"/>
          <p:cNvPicPr preferRelativeResize="0"/>
          <p:nvPr/>
        </p:nvPicPr>
        <p:blipFill rotWithShape="1">
          <a:blip r:embed="rId3">
            <a:alphaModFix/>
          </a:blip>
          <a:srcRect b="0" l="0" r="0" t="0"/>
          <a:stretch/>
        </p:blipFill>
        <p:spPr>
          <a:xfrm flipH="1" rot="-8754131">
            <a:off x="7098829" y="2937792"/>
            <a:ext cx="2202096" cy="302879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53" name="Shape 1553"/>
        <p:cNvGrpSpPr/>
        <p:nvPr/>
      </p:nvGrpSpPr>
      <p:grpSpPr>
        <a:xfrm>
          <a:off x="0" y="0"/>
          <a:ext cx="0" cy="0"/>
          <a:chOff x="0" y="0"/>
          <a:chExt cx="0" cy="0"/>
        </a:xfrm>
      </p:grpSpPr>
      <p:sp>
        <p:nvSpPr>
          <p:cNvPr id="1554" name="Google Shape;1554;p82"/>
          <p:cNvSpPr txBox="1"/>
          <p:nvPr>
            <p:ph type="title"/>
          </p:nvPr>
        </p:nvSpPr>
        <p:spPr>
          <a:xfrm>
            <a:off x="715100" y="1777850"/>
            <a:ext cx="3821400" cy="1916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000"/>
              <a:buNone/>
              <a:defRPr sz="59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555" name="Google Shape;1555;p82"/>
          <p:cNvSpPr txBox="1"/>
          <p:nvPr>
            <p:ph idx="2" type="title"/>
          </p:nvPr>
        </p:nvSpPr>
        <p:spPr>
          <a:xfrm>
            <a:off x="1764650" y="803961"/>
            <a:ext cx="1722300" cy="951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6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556" name="Google Shape;1556;p82"/>
          <p:cNvSpPr txBox="1"/>
          <p:nvPr>
            <p:ph idx="1" type="subTitle"/>
          </p:nvPr>
        </p:nvSpPr>
        <p:spPr>
          <a:xfrm>
            <a:off x="715100" y="3694400"/>
            <a:ext cx="3821400" cy="64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557" name="Google Shape;1557;p82"/>
          <p:cNvPicPr preferRelativeResize="0"/>
          <p:nvPr/>
        </p:nvPicPr>
        <p:blipFill rotWithShape="1">
          <a:blip r:embed="rId2">
            <a:alphaModFix/>
          </a:blip>
          <a:srcRect b="0" l="0" r="0" t="0"/>
          <a:stretch/>
        </p:blipFill>
        <p:spPr>
          <a:xfrm>
            <a:off x="7634451" y="-299139"/>
            <a:ext cx="809724" cy="834132"/>
          </a:xfrm>
          <a:prstGeom prst="rect">
            <a:avLst/>
          </a:prstGeom>
          <a:noFill/>
          <a:ln>
            <a:noFill/>
          </a:ln>
        </p:spPr>
      </p:pic>
      <p:pic>
        <p:nvPicPr>
          <p:cNvPr id="1558" name="Google Shape;1558;p82"/>
          <p:cNvPicPr preferRelativeResize="0"/>
          <p:nvPr/>
        </p:nvPicPr>
        <p:blipFill rotWithShape="1">
          <a:blip r:embed="rId3">
            <a:alphaModFix/>
          </a:blip>
          <a:srcRect b="0" l="0" r="0" t="0"/>
          <a:stretch/>
        </p:blipFill>
        <p:spPr>
          <a:xfrm rot="1920776">
            <a:off x="3717385" y="4404495"/>
            <a:ext cx="819118" cy="638750"/>
          </a:xfrm>
          <a:prstGeom prst="rect">
            <a:avLst/>
          </a:prstGeom>
          <a:noFill/>
          <a:ln>
            <a:noFill/>
          </a:ln>
        </p:spPr>
      </p:pic>
      <p:pic>
        <p:nvPicPr>
          <p:cNvPr id="1559" name="Google Shape;1559;p82"/>
          <p:cNvPicPr preferRelativeResize="0"/>
          <p:nvPr/>
        </p:nvPicPr>
        <p:blipFill rotWithShape="1">
          <a:blip r:embed="rId4">
            <a:alphaModFix/>
          </a:blip>
          <a:srcRect b="0" l="0" r="0" t="0"/>
          <a:stretch/>
        </p:blipFill>
        <p:spPr>
          <a:xfrm flipH="1" rot="4209962">
            <a:off x="-387822" y="-762061"/>
            <a:ext cx="2202096" cy="3028796"/>
          </a:xfrm>
          <a:prstGeom prst="rect">
            <a:avLst/>
          </a:prstGeom>
          <a:noFill/>
          <a:ln>
            <a:noFill/>
          </a:ln>
        </p:spPr>
      </p:pic>
      <p:pic>
        <p:nvPicPr>
          <p:cNvPr id="1560" name="Google Shape;1560;p82"/>
          <p:cNvPicPr preferRelativeResize="0"/>
          <p:nvPr/>
        </p:nvPicPr>
        <p:blipFill rotWithShape="1">
          <a:blip r:embed="rId5">
            <a:alphaModFix/>
          </a:blip>
          <a:srcRect b="0" l="0" r="0" t="0"/>
          <a:stretch/>
        </p:blipFill>
        <p:spPr>
          <a:xfrm>
            <a:off x="8058752" y="1066179"/>
            <a:ext cx="1124450" cy="1073233"/>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61" name="Shape 1561"/>
        <p:cNvGrpSpPr/>
        <p:nvPr/>
      </p:nvGrpSpPr>
      <p:grpSpPr>
        <a:xfrm>
          <a:off x="0" y="0"/>
          <a:ext cx="0" cy="0"/>
          <a:chOff x="0" y="0"/>
          <a:chExt cx="0" cy="0"/>
        </a:xfrm>
      </p:grpSpPr>
      <p:sp>
        <p:nvSpPr>
          <p:cNvPr id="1562" name="Google Shape;1562;p8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563" name="Google Shape;1563;p83"/>
          <p:cNvGrpSpPr/>
          <p:nvPr/>
        </p:nvGrpSpPr>
        <p:grpSpPr>
          <a:xfrm>
            <a:off x="7053989" y="-460973"/>
            <a:ext cx="3008266" cy="3794177"/>
            <a:chOff x="7053989" y="-460973"/>
            <a:chExt cx="3008266" cy="3794177"/>
          </a:xfrm>
        </p:grpSpPr>
        <p:pic>
          <p:nvPicPr>
            <p:cNvPr id="1564" name="Google Shape;1564;p83"/>
            <p:cNvPicPr preferRelativeResize="0"/>
            <p:nvPr/>
          </p:nvPicPr>
          <p:blipFill rotWithShape="1">
            <a:blip r:embed="rId2">
              <a:alphaModFix/>
            </a:blip>
            <a:srcRect b="0" l="0" r="0" t="0"/>
            <a:stretch/>
          </p:blipFill>
          <p:spPr>
            <a:xfrm flipH="1" rot="-10422309">
              <a:off x="7700751" y="-271067"/>
              <a:ext cx="2202096" cy="3028796"/>
            </a:xfrm>
            <a:prstGeom prst="rect">
              <a:avLst/>
            </a:prstGeom>
            <a:noFill/>
            <a:ln>
              <a:noFill/>
            </a:ln>
          </p:spPr>
        </p:pic>
        <p:grpSp>
          <p:nvGrpSpPr>
            <p:cNvPr id="1565" name="Google Shape;1565;p83"/>
            <p:cNvGrpSpPr/>
            <p:nvPr/>
          </p:nvGrpSpPr>
          <p:grpSpPr>
            <a:xfrm>
              <a:off x="7053989" y="-460973"/>
              <a:ext cx="2270190" cy="3794177"/>
              <a:chOff x="7053989" y="-460973"/>
              <a:chExt cx="2270190" cy="3794177"/>
            </a:xfrm>
          </p:grpSpPr>
          <p:pic>
            <p:nvPicPr>
              <p:cNvPr id="1566" name="Google Shape;1566;p83"/>
              <p:cNvPicPr preferRelativeResize="0"/>
              <p:nvPr/>
            </p:nvPicPr>
            <p:blipFill rotWithShape="1">
              <a:blip r:embed="rId3">
                <a:alphaModFix/>
              </a:blip>
              <a:srcRect b="0" l="0" r="0" t="0"/>
              <a:stretch/>
            </p:blipFill>
            <p:spPr>
              <a:xfrm flipH="1" rot="10800000">
                <a:off x="7053989" y="-92101"/>
                <a:ext cx="355813" cy="324416"/>
              </a:xfrm>
              <a:prstGeom prst="rect">
                <a:avLst/>
              </a:prstGeom>
              <a:noFill/>
              <a:ln>
                <a:noFill/>
              </a:ln>
            </p:spPr>
          </p:pic>
          <p:pic>
            <p:nvPicPr>
              <p:cNvPr id="1567" name="Google Shape;1567;p83"/>
              <p:cNvPicPr preferRelativeResize="0"/>
              <p:nvPr/>
            </p:nvPicPr>
            <p:blipFill rotWithShape="1">
              <a:blip r:embed="rId4">
                <a:alphaModFix/>
              </a:blip>
              <a:srcRect b="0" l="0" r="0" t="0"/>
              <a:stretch/>
            </p:blipFill>
            <p:spPr>
              <a:xfrm flipH="1" rot="10800000">
                <a:off x="8347054" y="-460973"/>
                <a:ext cx="977125" cy="977125"/>
              </a:xfrm>
              <a:prstGeom prst="rect">
                <a:avLst/>
              </a:prstGeom>
              <a:noFill/>
              <a:ln>
                <a:noFill/>
              </a:ln>
            </p:spPr>
          </p:pic>
          <p:pic>
            <p:nvPicPr>
              <p:cNvPr id="1568" name="Google Shape;1568;p83"/>
              <p:cNvPicPr preferRelativeResize="0"/>
              <p:nvPr/>
            </p:nvPicPr>
            <p:blipFill rotWithShape="1">
              <a:blip r:embed="rId5">
                <a:alphaModFix/>
              </a:blip>
              <a:srcRect b="0" l="0" r="0" t="0"/>
              <a:stretch/>
            </p:blipFill>
            <p:spPr>
              <a:xfrm flipH="1" rot="10800000">
                <a:off x="8516628" y="2778558"/>
                <a:ext cx="570347" cy="554646"/>
              </a:xfrm>
              <a:prstGeom prst="rect">
                <a:avLst/>
              </a:prstGeom>
              <a:noFill/>
              <a:ln>
                <a:noFill/>
              </a:ln>
            </p:spPr>
          </p:pic>
        </p:grpSp>
      </p:grpSp>
      <p:grpSp>
        <p:nvGrpSpPr>
          <p:cNvPr id="1569" name="Google Shape;1569;p83"/>
          <p:cNvGrpSpPr/>
          <p:nvPr/>
        </p:nvGrpSpPr>
        <p:grpSpPr>
          <a:xfrm>
            <a:off x="-268592" y="-177124"/>
            <a:ext cx="1320479" cy="1328644"/>
            <a:chOff x="-268592" y="-177124"/>
            <a:chExt cx="1320479" cy="1328644"/>
          </a:xfrm>
        </p:grpSpPr>
        <p:pic>
          <p:nvPicPr>
            <p:cNvPr id="1570" name="Google Shape;1570;p83"/>
            <p:cNvPicPr preferRelativeResize="0"/>
            <p:nvPr/>
          </p:nvPicPr>
          <p:blipFill rotWithShape="1">
            <a:blip r:embed="rId6">
              <a:alphaModFix/>
            </a:blip>
            <a:srcRect b="0" l="0" r="0" t="0"/>
            <a:stretch/>
          </p:blipFill>
          <p:spPr>
            <a:xfrm flipH="1" rot="10800000">
              <a:off x="540406" y="-177124"/>
              <a:ext cx="511481" cy="409444"/>
            </a:xfrm>
            <a:prstGeom prst="rect">
              <a:avLst/>
            </a:prstGeom>
            <a:noFill/>
            <a:ln>
              <a:noFill/>
            </a:ln>
          </p:spPr>
        </p:pic>
        <p:pic>
          <p:nvPicPr>
            <p:cNvPr id="1571" name="Google Shape;1571;p83"/>
            <p:cNvPicPr preferRelativeResize="0"/>
            <p:nvPr/>
          </p:nvPicPr>
          <p:blipFill rotWithShape="1">
            <a:blip r:embed="rId7">
              <a:alphaModFix/>
            </a:blip>
            <a:srcRect b="0" l="0" r="0" t="0"/>
            <a:stretch/>
          </p:blipFill>
          <p:spPr>
            <a:xfrm flipH="1" rot="10800000">
              <a:off x="32447" y="115404"/>
              <a:ext cx="507952" cy="484800"/>
            </a:xfrm>
            <a:prstGeom prst="rect">
              <a:avLst/>
            </a:prstGeom>
            <a:noFill/>
            <a:ln>
              <a:noFill/>
            </a:ln>
          </p:spPr>
        </p:pic>
        <p:pic>
          <p:nvPicPr>
            <p:cNvPr id="1572" name="Google Shape;1572;p83"/>
            <p:cNvPicPr preferRelativeResize="0"/>
            <p:nvPr/>
          </p:nvPicPr>
          <p:blipFill rotWithShape="1">
            <a:blip r:embed="rId8">
              <a:alphaModFix/>
            </a:blip>
            <a:srcRect b="0" l="0" r="0" t="0"/>
            <a:stretch/>
          </p:blipFill>
          <p:spPr>
            <a:xfrm flipH="1" rot="10800000">
              <a:off x="-268592" y="666205"/>
              <a:ext cx="554649" cy="485315"/>
            </a:xfrm>
            <a:prstGeom prst="rect">
              <a:avLst/>
            </a:prstGeom>
            <a:noFill/>
            <a:ln>
              <a:noFill/>
            </a:ln>
          </p:spPr>
        </p:pic>
      </p:grpSp>
      <p:grpSp>
        <p:nvGrpSpPr>
          <p:cNvPr id="1573" name="Google Shape;1573;p83"/>
          <p:cNvGrpSpPr/>
          <p:nvPr/>
        </p:nvGrpSpPr>
        <p:grpSpPr>
          <a:xfrm>
            <a:off x="-1051225" y="2363195"/>
            <a:ext cx="3418878" cy="3616745"/>
            <a:chOff x="-1051225" y="2363195"/>
            <a:chExt cx="3418878" cy="3616745"/>
          </a:xfrm>
        </p:grpSpPr>
        <p:pic>
          <p:nvPicPr>
            <p:cNvPr id="1574" name="Google Shape;1574;p83"/>
            <p:cNvPicPr preferRelativeResize="0"/>
            <p:nvPr/>
          </p:nvPicPr>
          <p:blipFill rotWithShape="1">
            <a:blip r:embed="rId2">
              <a:alphaModFix/>
            </a:blip>
            <a:srcRect b="0" l="0" r="0" t="0"/>
            <a:stretch/>
          </p:blipFill>
          <p:spPr>
            <a:xfrm flipH="1" rot="-1259860">
              <a:off x="-581686" y="2657170"/>
              <a:ext cx="2202096" cy="3028795"/>
            </a:xfrm>
            <a:prstGeom prst="rect">
              <a:avLst/>
            </a:prstGeom>
            <a:noFill/>
            <a:ln>
              <a:noFill/>
            </a:ln>
          </p:spPr>
        </p:pic>
        <p:pic>
          <p:nvPicPr>
            <p:cNvPr id="1575" name="Google Shape;1575;p83"/>
            <p:cNvPicPr preferRelativeResize="0"/>
            <p:nvPr/>
          </p:nvPicPr>
          <p:blipFill rotWithShape="1">
            <a:blip r:embed="rId9">
              <a:alphaModFix/>
            </a:blip>
            <a:srcRect b="0" l="0" r="0" t="0"/>
            <a:stretch/>
          </p:blipFill>
          <p:spPr>
            <a:xfrm flipH="1" rot="10800000">
              <a:off x="134734" y="2554334"/>
              <a:ext cx="374127" cy="354503"/>
            </a:xfrm>
            <a:prstGeom prst="rect">
              <a:avLst/>
            </a:prstGeom>
            <a:noFill/>
            <a:ln>
              <a:noFill/>
            </a:ln>
          </p:spPr>
        </p:pic>
        <p:pic>
          <p:nvPicPr>
            <p:cNvPr id="1576" name="Google Shape;1576;p83"/>
            <p:cNvPicPr preferRelativeResize="0"/>
            <p:nvPr/>
          </p:nvPicPr>
          <p:blipFill rotWithShape="1">
            <a:blip r:embed="rId10">
              <a:alphaModFix/>
            </a:blip>
            <a:srcRect b="0" l="0" r="0" t="0"/>
            <a:stretch/>
          </p:blipFill>
          <p:spPr>
            <a:xfrm flipH="1" rot="10800000">
              <a:off x="-436730" y="3601031"/>
              <a:ext cx="977117" cy="977125"/>
            </a:xfrm>
            <a:prstGeom prst="rect">
              <a:avLst/>
            </a:prstGeom>
            <a:noFill/>
            <a:ln>
              <a:noFill/>
            </a:ln>
          </p:spPr>
        </p:pic>
        <p:pic>
          <p:nvPicPr>
            <p:cNvPr id="1577" name="Google Shape;1577;p83"/>
            <p:cNvPicPr preferRelativeResize="0"/>
            <p:nvPr/>
          </p:nvPicPr>
          <p:blipFill rotWithShape="1">
            <a:blip r:embed="rId11">
              <a:alphaModFix/>
            </a:blip>
            <a:srcRect b="0" l="0" r="0" t="0"/>
            <a:stretch/>
          </p:blipFill>
          <p:spPr>
            <a:xfrm flipH="1" rot="10800000">
              <a:off x="1724051" y="4656732"/>
              <a:ext cx="643602" cy="499705"/>
            </a:xfrm>
            <a:prstGeom prst="rect">
              <a:avLst/>
            </a:prstGeom>
            <a:noFill/>
            <a:ln>
              <a:noFill/>
            </a:ln>
          </p:spPr>
        </p:pic>
      </p:grpSp>
      <p:grpSp>
        <p:nvGrpSpPr>
          <p:cNvPr id="1578" name="Google Shape;1578;p83"/>
          <p:cNvGrpSpPr/>
          <p:nvPr/>
        </p:nvGrpSpPr>
        <p:grpSpPr>
          <a:xfrm>
            <a:off x="7798171" y="4355859"/>
            <a:ext cx="1525996" cy="1281760"/>
            <a:chOff x="7798171" y="4355859"/>
            <a:chExt cx="1525996" cy="1281760"/>
          </a:xfrm>
        </p:grpSpPr>
        <p:pic>
          <p:nvPicPr>
            <p:cNvPr id="1579" name="Google Shape;1579;p83"/>
            <p:cNvPicPr preferRelativeResize="0"/>
            <p:nvPr/>
          </p:nvPicPr>
          <p:blipFill rotWithShape="1">
            <a:blip r:embed="rId12">
              <a:alphaModFix/>
            </a:blip>
            <a:srcRect b="0" l="0" r="0" t="0"/>
            <a:stretch/>
          </p:blipFill>
          <p:spPr>
            <a:xfrm flipH="1" rot="10800000">
              <a:off x="8552502" y="4355859"/>
              <a:ext cx="570347" cy="444763"/>
            </a:xfrm>
            <a:prstGeom prst="rect">
              <a:avLst/>
            </a:prstGeom>
            <a:noFill/>
            <a:ln>
              <a:noFill/>
            </a:ln>
          </p:spPr>
        </p:pic>
        <p:pic>
          <p:nvPicPr>
            <p:cNvPr id="1580" name="Google Shape;1580;p83"/>
            <p:cNvPicPr preferRelativeResize="0"/>
            <p:nvPr/>
          </p:nvPicPr>
          <p:blipFill rotWithShape="1">
            <a:blip r:embed="rId13">
              <a:alphaModFix/>
            </a:blip>
            <a:srcRect b="0" l="0" r="0" t="0"/>
            <a:stretch/>
          </p:blipFill>
          <p:spPr>
            <a:xfrm flipH="1" rot="10800000">
              <a:off x="7798171" y="4754834"/>
              <a:ext cx="444766" cy="303486"/>
            </a:xfrm>
            <a:prstGeom prst="rect">
              <a:avLst/>
            </a:prstGeom>
            <a:noFill/>
            <a:ln>
              <a:noFill/>
            </a:ln>
          </p:spPr>
        </p:pic>
        <p:pic>
          <p:nvPicPr>
            <p:cNvPr id="1581" name="Google Shape;1581;p83"/>
            <p:cNvPicPr preferRelativeResize="0"/>
            <p:nvPr/>
          </p:nvPicPr>
          <p:blipFill rotWithShape="1">
            <a:blip r:embed="rId14">
              <a:alphaModFix/>
            </a:blip>
            <a:srcRect b="0" l="0" r="0" t="0"/>
            <a:stretch/>
          </p:blipFill>
          <p:spPr>
            <a:xfrm flipH="1" rot="10800000">
              <a:off x="8347050" y="4660494"/>
              <a:ext cx="977117" cy="977125"/>
            </a:xfrm>
            <a:prstGeom prst="rect">
              <a:avLst/>
            </a:prstGeom>
            <a:noFill/>
            <a:ln>
              <a:noFill/>
            </a:ln>
          </p:spPr>
        </p:pic>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582" name="Shape 1582"/>
        <p:cNvGrpSpPr/>
        <p:nvPr/>
      </p:nvGrpSpPr>
      <p:grpSpPr>
        <a:xfrm>
          <a:off x="0" y="0"/>
          <a:ext cx="0" cy="0"/>
          <a:chOff x="0" y="0"/>
          <a:chExt cx="0" cy="0"/>
        </a:xfrm>
      </p:grpSpPr>
      <p:sp>
        <p:nvSpPr>
          <p:cNvPr id="1583" name="Google Shape;1583;p8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584" name="Google Shape;1584;p84"/>
          <p:cNvGrpSpPr/>
          <p:nvPr/>
        </p:nvGrpSpPr>
        <p:grpSpPr>
          <a:xfrm>
            <a:off x="-1260034" y="-1217188"/>
            <a:ext cx="3740618" cy="3504363"/>
            <a:chOff x="-1260034" y="-1217188"/>
            <a:chExt cx="3740618" cy="3504363"/>
          </a:xfrm>
        </p:grpSpPr>
        <p:pic>
          <p:nvPicPr>
            <p:cNvPr id="1585" name="Google Shape;1585;p84"/>
            <p:cNvPicPr preferRelativeResize="0"/>
            <p:nvPr/>
          </p:nvPicPr>
          <p:blipFill rotWithShape="1">
            <a:blip r:embed="rId2">
              <a:alphaModFix/>
            </a:blip>
            <a:srcRect b="0" l="0" r="0" t="0"/>
            <a:stretch/>
          </p:blipFill>
          <p:spPr>
            <a:xfrm flipH="1" rot="10800000">
              <a:off x="1724056" y="-134611"/>
              <a:ext cx="511481" cy="409444"/>
            </a:xfrm>
            <a:prstGeom prst="rect">
              <a:avLst/>
            </a:prstGeom>
            <a:noFill/>
            <a:ln>
              <a:noFill/>
            </a:ln>
          </p:spPr>
        </p:pic>
        <p:pic>
          <p:nvPicPr>
            <p:cNvPr id="1586" name="Google Shape;1586;p84"/>
            <p:cNvPicPr preferRelativeResize="0"/>
            <p:nvPr/>
          </p:nvPicPr>
          <p:blipFill rotWithShape="1">
            <a:blip r:embed="rId3">
              <a:alphaModFix/>
            </a:blip>
            <a:srcRect b="0" l="0" r="0" t="0"/>
            <a:stretch/>
          </p:blipFill>
          <p:spPr>
            <a:xfrm flipH="1" rot="3399510">
              <a:off x="-490773" y="-979404"/>
              <a:ext cx="2202096" cy="3028795"/>
            </a:xfrm>
            <a:prstGeom prst="rect">
              <a:avLst/>
            </a:prstGeom>
            <a:noFill/>
            <a:ln>
              <a:noFill/>
            </a:ln>
          </p:spPr>
        </p:pic>
        <p:pic>
          <p:nvPicPr>
            <p:cNvPr id="1587" name="Google Shape;1587;p84"/>
            <p:cNvPicPr preferRelativeResize="0"/>
            <p:nvPr/>
          </p:nvPicPr>
          <p:blipFill rotWithShape="1">
            <a:blip r:embed="rId4">
              <a:alphaModFix/>
            </a:blip>
            <a:srcRect b="0" l="0" r="0" t="0"/>
            <a:stretch/>
          </p:blipFill>
          <p:spPr>
            <a:xfrm flipH="1" rot="10800000">
              <a:off x="-145292" y="666205"/>
              <a:ext cx="554649" cy="485315"/>
            </a:xfrm>
            <a:prstGeom prst="rect">
              <a:avLst/>
            </a:prstGeom>
            <a:noFill/>
            <a:ln>
              <a:noFill/>
            </a:ln>
          </p:spPr>
        </p:pic>
        <p:pic>
          <p:nvPicPr>
            <p:cNvPr id="1588" name="Google Shape;1588;p84"/>
            <p:cNvPicPr preferRelativeResize="0"/>
            <p:nvPr/>
          </p:nvPicPr>
          <p:blipFill rotWithShape="1">
            <a:blip r:embed="rId5">
              <a:alphaModFix/>
            </a:blip>
            <a:srcRect b="0" l="0" r="0" t="0"/>
            <a:stretch/>
          </p:blipFill>
          <p:spPr>
            <a:xfrm flipH="1" rot="10800000">
              <a:off x="120234" y="1439784"/>
              <a:ext cx="374127" cy="354503"/>
            </a:xfrm>
            <a:prstGeom prst="rect">
              <a:avLst/>
            </a:prstGeom>
            <a:noFill/>
            <a:ln>
              <a:noFill/>
            </a:ln>
          </p:spPr>
        </p:pic>
      </p:grpSp>
      <p:grpSp>
        <p:nvGrpSpPr>
          <p:cNvPr id="1589" name="Google Shape;1589;p84"/>
          <p:cNvGrpSpPr/>
          <p:nvPr/>
        </p:nvGrpSpPr>
        <p:grpSpPr>
          <a:xfrm>
            <a:off x="7940333" y="-532094"/>
            <a:ext cx="1073181" cy="1301534"/>
            <a:chOff x="7940333" y="-532094"/>
            <a:chExt cx="1073181" cy="1301534"/>
          </a:xfrm>
        </p:grpSpPr>
        <p:pic>
          <p:nvPicPr>
            <p:cNvPr id="1590" name="Google Shape;1590;p84"/>
            <p:cNvPicPr preferRelativeResize="0"/>
            <p:nvPr/>
          </p:nvPicPr>
          <p:blipFill rotWithShape="1">
            <a:blip r:embed="rId6">
              <a:alphaModFix/>
            </a:blip>
            <a:srcRect b="0" l="0" r="0" t="0"/>
            <a:stretch/>
          </p:blipFill>
          <p:spPr>
            <a:xfrm flipH="1" rot="10800000">
              <a:off x="7940333" y="-532094"/>
              <a:ext cx="977117" cy="977125"/>
            </a:xfrm>
            <a:prstGeom prst="rect">
              <a:avLst/>
            </a:prstGeom>
            <a:noFill/>
            <a:ln>
              <a:noFill/>
            </a:ln>
          </p:spPr>
        </p:pic>
        <p:pic>
          <p:nvPicPr>
            <p:cNvPr id="1591" name="Google Shape;1591;p84"/>
            <p:cNvPicPr preferRelativeResize="0"/>
            <p:nvPr/>
          </p:nvPicPr>
          <p:blipFill rotWithShape="1">
            <a:blip r:embed="rId7">
              <a:alphaModFix/>
            </a:blip>
            <a:srcRect b="0" l="0" r="0" t="0"/>
            <a:stretch/>
          </p:blipFill>
          <p:spPr>
            <a:xfrm flipH="1" rot="10800000">
              <a:off x="8657701" y="445024"/>
              <a:ext cx="355813" cy="324416"/>
            </a:xfrm>
            <a:prstGeom prst="rect">
              <a:avLst/>
            </a:prstGeom>
            <a:noFill/>
            <a:ln>
              <a:noFill/>
            </a:ln>
          </p:spPr>
        </p:pic>
      </p:grpSp>
      <p:grpSp>
        <p:nvGrpSpPr>
          <p:cNvPr id="1592" name="Google Shape;1592;p84"/>
          <p:cNvGrpSpPr/>
          <p:nvPr/>
        </p:nvGrpSpPr>
        <p:grpSpPr>
          <a:xfrm>
            <a:off x="7139188" y="2048033"/>
            <a:ext cx="3392848" cy="4344871"/>
            <a:chOff x="7139188" y="2048033"/>
            <a:chExt cx="3392848" cy="4344871"/>
          </a:xfrm>
        </p:grpSpPr>
        <p:pic>
          <p:nvPicPr>
            <p:cNvPr id="1593" name="Google Shape;1593;p84"/>
            <p:cNvPicPr preferRelativeResize="0"/>
            <p:nvPr/>
          </p:nvPicPr>
          <p:blipFill rotWithShape="1">
            <a:blip r:embed="rId8">
              <a:alphaModFix/>
            </a:blip>
            <a:srcRect b="0" l="0" r="0" t="0"/>
            <a:stretch/>
          </p:blipFill>
          <p:spPr>
            <a:xfrm flipH="1" rot="10800000">
              <a:off x="8550440" y="2048033"/>
              <a:ext cx="570347" cy="554646"/>
            </a:xfrm>
            <a:prstGeom prst="rect">
              <a:avLst/>
            </a:prstGeom>
            <a:noFill/>
            <a:ln>
              <a:noFill/>
            </a:ln>
          </p:spPr>
        </p:pic>
        <p:pic>
          <p:nvPicPr>
            <p:cNvPr id="1594" name="Google Shape;1594;p84"/>
            <p:cNvPicPr preferRelativeResize="0"/>
            <p:nvPr/>
          </p:nvPicPr>
          <p:blipFill rotWithShape="1">
            <a:blip r:embed="rId9">
              <a:alphaModFix/>
            </a:blip>
            <a:srcRect b="0" l="0" r="0" t="0"/>
            <a:stretch/>
          </p:blipFill>
          <p:spPr>
            <a:xfrm flipH="1" rot="10800000">
              <a:off x="8649675" y="3482056"/>
              <a:ext cx="977117" cy="977125"/>
            </a:xfrm>
            <a:prstGeom prst="rect">
              <a:avLst/>
            </a:prstGeom>
            <a:noFill/>
            <a:ln>
              <a:noFill/>
            </a:ln>
          </p:spPr>
        </p:pic>
        <p:pic>
          <p:nvPicPr>
            <p:cNvPr id="1595" name="Google Shape;1595;p84"/>
            <p:cNvPicPr preferRelativeResize="0"/>
            <p:nvPr/>
          </p:nvPicPr>
          <p:blipFill rotWithShape="1">
            <a:blip r:embed="rId10">
              <a:alphaModFix/>
            </a:blip>
            <a:srcRect b="0" l="0" r="0" t="0"/>
            <a:stretch/>
          </p:blipFill>
          <p:spPr>
            <a:xfrm flipH="1" rot="-7141680">
              <a:off x="7664822" y="4908159"/>
              <a:ext cx="444766" cy="303486"/>
            </a:xfrm>
            <a:prstGeom prst="rect">
              <a:avLst/>
            </a:prstGeom>
            <a:noFill/>
            <a:ln>
              <a:noFill/>
            </a:ln>
          </p:spPr>
        </p:pic>
        <p:pic>
          <p:nvPicPr>
            <p:cNvPr id="1596" name="Google Shape;1596;p84"/>
            <p:cNvPicPr preferRelativeResize="0"/>
            <p:nvPr/>
          </p:nvPicPr>
          <p:blipFill rotWithShape="1">
            <a:blip r:embed="rId11">
              <a:alphaModFix/>
            </a:blip>
            <a:srcRect b="0" l="0" r="0" t="0"/>
            <a:stretch/>
          </p:blipFill>
          <p:spPr>
            <a:xfrm flipH="1" rot="10800000">
              <a:off x="8428902" y="4589871"/>
              <a:ext cx="570347" cy="444763"/>
            </a:xfrm>
            <a:prstGeom prst="rect">
              <a:avLst/>
            </a:prstGeom>
            <a:noFill/>
            <a:ln>
              <a:noFill/>
            </a:ln>
          </p:spPr>
        </p:pic>
        <p:pic>
          <p:nvPicPr>
            <p:cNvPr id="1597" name="Google Shape;1597;p84"/>
            <p:cNvPicPr preferRelativeResize="0"/>
            <p:nvPr/>
          </p:nvPicPr>
          <p:blipFill rotWithShape="1">
            <a:blip r:embed="rId3">
              <a:alphaModFix/>
            </a:blip>
            <a:srcRect b="0" l="0" r="0" t="0"/>
            <a:stretch/>
          </p:blipFill>
          <p:spPr>
            <a:xfrm flipH="1" rot="-9063341">
              <a:off x="7734564" y="3020408"/>
              <a:ext cx="2202097" cy="3028796"/>
            </a:xfrm>
            <a:prstGeom prst="rect">
              <a:avLst/>
            </a:prstGeom>
            <a:noFill/>
            <a:ln>
              <a:noFill/>
            </a:ln>
          </p:spPr>
        </p:pic>
      </p:grpSp>
      <p:grpSp>
        <p:nvGrpSpPr>
          <p:cNvPr id="1598" name="Google Shape;1598;p84"/>
          <p:cNvGrpSpPr/>
          <p:nvPr/>
        </p:nvGrpSpPr>
        <p:grpSpPr>
          <a:xfrm>
            <a:off x="-261996" y="3791654"/>
            <a:ext cx="1924799" cy="1644648"/>
            <a:chOff x="-261996" y="3791654"/>
            <a:chExt cx="1924799" cy="1644648"/>
          </a:xfrm>
        </p:grpSpPr>
        <p:pic>
          <p:nvPicPr>
            <p:cNvPr id="1599" name="Google Shape;1599;p84"/>
            <p:cNvPicPr preferRelativeResize="0"/>
            <p:nvPr/>
          </p:nvPicPr>
          <p:blipFill rotWithShape="1">
            <a:blip r:embed="rId12">
              <a:alphaModFix/>
            </a:blip>
            <a:srcRect b="0" l="0" r="0" t="0"/>
            <a:stretch/>
          </p:blipFill>
          <p:spPr>
            <a:xfrm flipH="1" rot="10800000">
              <a:off x="53322" y="3791654"/>
              <a:ext cx="507952" cy="484800"/>
            </a:xfrm>
            <a:prstGeom prst="rect">
              <a:avLst/>
            </a:prstGeom>
            <a:noFill/>
            <a:ln>
              <a:noFill/>
            </a:ln>
          </p:spPr>
        </p:pic>
        <p:pic>
          <p:nvPicPr>
            <p:cNvPr id="1600" name="Google Shape;1600;p84"/>
            <p:cNvPicPr preferRelativeResize="0"/>
            <p:nvPr/>
          </p:nvPicPr>
          <p:blipFill rotWithShape="1">
            <a:blip r:embed="rId13">
              <a:alphaModFix/>
            </a:blip>
            <a:srcRect b="0" l="0" r="0" t="0"/>
            <a:stretch/>
          </p:blipFill>
          <p:spPr>
            <a:xfrm flipH="1" rot="10800000">
              <a:off x="1019201" y="4562407"/>
              <a:ext cx="643602" cy="499705"/>
            </a:xfrm>
            <a:prstGeom prst="rect">
              <a:avLst/>
            </a:prstGeom>
            <a:noFill/>
            <a:ln>
              <a:noFill/>
            </a:ln>
          </p:spPr>
        </p:pic>
        <p:pic>
          <p:nvPicPr>
            <p:cNvPr id="1601" name="Google Shape;1601;p84"/>
            <p:cNvPicPr preferRelativeResize="0"/>
            <p:nvPr/>
          </p:nvPicPr>
          <p:blipFill rotWithShape="1">
            <a:blip r:embed="rId14">
              <a:alphaModFix/>
            </a:blip>
            <a:srcRect b="0" l="0" r="0" t="0"/>
            <a:stretch/>
          </p:blipFill>
          <p:spPr>
            <a:xfrm flipH="1" rot="10800000">
              <a:off x="-261996" y="4459177"/>
              <a:ext cx="977125" cy="977125"/>
            </a:xfrm>
            <a:prstGeom prst="rect">
              <a:avLst/>
            </a:prstGeom>
            <a:noFill/>
            <a:ln>
              <a:noFill/>
            </a:ln>
          </p:spPr>
        </p:pic>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02" name="Shape 1602"/>
        <p:cNvGrpSpPr/>
        <p:nvPr/>
      </p:nvGrpSpPr>
      <p:grpSpPr>
        <a:xfrm>
          <a:off x="0" y="0"/>
          <a:ext cx="0" cy="0"/>
          <a:chOff x="0" y="0"/>
          <a:chExt cx="0" cy="0"/>
        </a:xfrm>
      </p:grpSpPr>
      <p:sp>
        <p:nvSpPr>
          <p:cNvPr id="1603" name="Google Shape;1603;p8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604" name="Google Shape;1604;p85"/>
          <p:cNvGrpSpPr/>
          <p:nvPr/>
        </p:nvGrpSpPr>
        <p:grpSpPr>
          <a:xfrm flipH="1" rot="10800000">
            <a:off x="7139188" y="-1217188"/>
            <a:ext cx="3392848" cy="4344871"/>
            <a:chOff x="7139188" y="2048033"/>
            <a:chExt cx="3392848" cy="4344871"/>
          </a:xfrm>
        </p:grpSpPr>
        <p:pic>
          <p:nvPicPr>
            <p:cNvPr id="1605" name="Google Shape;1605;p85"/>
            <p:cNvPicPr preferRelativeResize="0"/>
            <p:nvPr/>
          </p:nvPicPr>
          <p:blipFill rotWithShape="1">
            <a:blip r:embed="rId2">
              <a:alphaModFix/>
            </a:blip>
            <a:srcRect b="0" l="0" r="0" t="0"/>
            <a:stretch/>
          </p:blipFill>
          <p:spPr>
            <a:xfrm flipH="1" rot="-9063341">
              <a:off x="7734564" y="3020408"/>
              <a:ext cx="2202097" cy="3028796"/>
            </a:xfrm>
            <a:prstGeom prst="rect">
              <a:avLst/>
            </a:prstGeom>
            <a:noFill/>
            <a:ln>
              <a:noFill/>
            </a:ln>
          </p:spPr>
        </p:pic>
        <p:pic>
          <p:nvPicPr>
            <p:cNvPr id="1606" name="Google Shape;1606;p85"/>
            <p:cNvPicPr preferRelativeResize="0"/>
            <p:nvPr/>
          </p:nvPicPr>
          <p:blipFill rotWithShape="1">
            <a:blip r:embed="rId3">
              <a:alphaModFix/>
            </a:blip>
            <a:srcRect b="0" l="0" r="0" t="0"/>
            <a:stretch/>
          </p:blipFill>
          <p:spPr>
            <a:xfrm flipH="1" rot="10800000">
              <a:off x="8550440" y="2048033"/>
              <a:ext cx="570347" cy="554646"/>
            </a:xfrm>
            <a:prstGeom prst="rect">
              <a:avLst/>
            </a:prstGeom>
            <a:noFill/>
            <a:ln>
              <a:noFill/>
            </a:ln>
          </p:spPr>
        </p:pic>
        <p:pic>
          <p:nvPicPr>
            <p:cNvPr id="1607" name="Google Shape;1607;p85"/>
            <p:cNvPicPr preferRelativeResize="0"/>
            <p:nvPr/>
          </p:nvPicPr>
          <p:blipFill rotWithShape="1">
            <a:blip r:embed="rId4">
              <a:alphaModFix/>
            </a:blip>
            <a:srcRect b="0" l="0" r="0" t="0"/>
            <a:stretch/>
          </p:blipFill>
          <p:spPr>
            <a:xfrm flipH="1" rot="10800000">
              <a:off x="8649675" y="3482056"/>
              <a:ext cx="977117" cy="977125"/>
            </a:xfrm>
            <a:prstGeom prst="rect">
              <a:avLst/>
            </a:prstGeom>
            <a:noFill/>
            <a:ln>
              <a:noFill/>
            </a:ln>
          </p:spPr>
        </p:pic>
        <p:pic>
          <p:nvPicPr>
            <p:cNvPr id="1608" name="Google Shape;1608;p85"/>
            <p:cNvPicPr preferRelativeResize="0"/>
            <p:nvPr/>
          </p:nvPicPr>
          <p:blipFill rotWithShape="1">
            <a:blip r:embed="rId5">
              <a:alphaModFix/>
            </a:blip>
            <a:srcRect b="0" l="0" r="0" t="0"/>
            <a:stretch/>
          </p:blipFill>
          <p:spPr>
            <a:xfrm flipH="1" rot="-7141680">
              <a:off x="7664822" y="4908159"/>
              <a:ext cx="444766" cy="303486"/>
            </a:xfrm>
            <a:prstGeom prst="rect">
              <a:avLst/>
            </a:prstGeom>
            <a:noFill/>
            <a:ln>
              <a:noFill/>
            </a:ln>
          </p:spPr>
        </p:pic>
        <p:pic>
          <p:nvPicPr>
            <p:cNvPr id="1609" name="Google Shape;1609;p85"/>
            <p:cNvPicPr preferRelativeResize="0"/>
            <p:nvPr/>
          </p:nvPicPr>
          <p:blipFill rotWithShape="1">
            <a:blip r:embed="rId6">
              <a:alphaModFix/>
            </a:blip>
            <a:srcRect b="0" l="0" r="0" t="0"/>
            <a:stretch/>
          </p:blipFill>
          <p:spPr>
            <a:xfrm flipH="1" rot="10800000">
              <a:off x="8428902" y="4589871"/>
              <a:ext cx="570347" cy="444763"/>
            </a:xfrm>
            <a:prstGeom prst="rect">
              <a:avLst/>
            </a:prstGeom>
            <a:noFill/>
            <a:ln>
              <a:noFill/>
            </a:ln>
          </p:spPr>
        </p:pic>
      </p:grpSp>
      <p:grpSp>
        <p:nvGrpSpPr>
          <p:cNvPr id="1610" name="Google Shape;1610;p85"/>
          <p:cNvGrpSpPr/>
          <p:nvPr/>
        </p:nvGrpSpPr>
        <p:grpSpPr>
          <a:xfrm flipH="1" rot="10800000">
            <a:off x="-261996" y="-260586"/>
            <a:ext cx="1924799" cy="1644648"/>
            <a:chOff x="-261996" y="3791654"/>
            <a:chExt cx="1924799" cy="1644648"/>
          </a:xfrm>
        </p:grpSpPr>
        <p:pic>
          <p:nvPicPr>
            <p:cNvPr id="1611" name="Google Shape;1611;p85"/>
            <p:cNvPicPr preferRelativeResize="0"/>
            <p:nvPr/>
          </p:nvPicPr>
          <p:blipFill rotWithShape="1">
            <a:blip r:embed="rId7">
              <a:alphaModFix/>
            </a:blip>
            <a:srcRect b="0" l="0" r="0" t="0"/>
            <a:stretch/>
          </p:blipFill>
          <p:spPr>
            <a:xfrm flipH="1" rot="10800000">
              <a:off x="-261996" y="4459177"/>
              <a:ext cx="977125" cy="977125"/>
            </a:xfrm>
            <a:prstGeom prst="rect">
              <a:avLst/>
            </a:prstGeom>
            <a:noFill/>
            <a:ln>
              <a:noFill/>
            </a:ln>
          </p:spPr>
        </p:pic>
        <p:pic>
          <p:nvPicPr>
            <p:cNvPr id="1612" name="Google Shape;1612;p85"/>
            <p:cNvPicPr preferRelativeResize="0"/>
            <p:nvPr/>
          </p:nvPicPr>
          <p:blipFill rotWithShape="1">
            <a:blip r:embed="rId8">
              <a:alphaModFix/>
            </a:blip>
            <a:srcRect b="0" l="0" r="0" t="0"/>
            <a:stretch/>
          </p:blipFill>
          <p:spPr>
            <a:xfrm flipH="1" rot="10800000">
              <a:off x="53322" y="3791654"/>
              <a:ext cx="507952" cy="484800"/>
            </a:xfrm>
            <a:prstGeom prst="rect">
              <a:avLst/>
            </a:prstGeom>
            <a:noFill/>
            <a:ln>
              <a:noFill/>
            </a:ln>
          </p:spPr>
        </p:pic>
        <p:pic>
          <p:nvPicPr>
            <p:cNvPr id="1613" name="Google Shape;1613;p85"/>
            <p:cNvPicPr preferRelativeResize="0"/>
            <p:nvPr/>
          </p:nvPicPr>
          <p:blipFill rotWithShape="1">
            <a:blip r:embed="rId9">
              <a:alphaModFix/>
            </a:blip>
            <a:srcRect b="0" l="0" r="0" t="0"/>
            <a:stretch/>
          </p:blipFill>
          <p:spPr>
            <a:xfrm flipH="1" rot="10800000">
              <a:off x="1019201" y="4562407"/>
              <a:ext cx="643602" cy="499705"/>
            </a:xfrm>
            <a:prstGeom prst="rect">
              <a:avLst/>
            </a:prstGeom>
            <a:noFill/>
            <a:ln>
              <a:noFill/>
            </a:ln>
          </p:spPr>
        </p:pic>
      </p:grpSp>
      <p:grpSp>
        <p:nvGrpSpPr>
          <p:cNvPr id="1614" name="Google Shape;1614;p85"/>
          <p:cNvGrpSpPr/>
          <p:nvPr/>
        </p:nvGrpSpPr>
        <p:grpSpPr>
          <a:xfrm flipH="1" rot="10800000">
            <a:off x="-1260034" y="2888542"/>
            <a:ext cx="3740618" cy="3504363"/>
            <a:chOff x="-1260034" y="-1217188"/>
            <a:chExt cx="3740618" cy="3504363"/>
          </a:xfrm>
        </p:grpSpPr>
        <p:pic>
          <p:nvPicPr>
            <p:cNvPr id="1615" name="Google Shape;1615;p85"/>
            <p:cNvPicPr preferRelativeResize="0"/>
            <p:nvPr/>
          </p:nvPicPr>
          <p:blipFill rotWithShape="1">
            <a:blip r:embed="rId2">
              <a:alphaModFix/>
            </a:blip>
            <a:srcRect b="0" l="0" r="0" t="0"/>
            <a:stretch/>
          </p:blipFill>
          <p:spPr>
            <a:xfrm flipH="1" rot="3399510">
              <a:off x="-490773" y="-979404"/>
              <a:ext cx="2202096" cy="3028795"/>
            </a:xfrm>
            <a:prstGeom prst="rect">
              <a:avLst/>
            </a:prstGeom>
            <a:noFill/>
            <a:ln>
              <a:noFill/>
            </a:ln>
          </p:spPr>
        </p:pic>
        <p:pic>
          <p:nvPicPr>
            <p:cNvPr id="1616" name="Google Shape;1616;p85"/>
            <p:cNvPicPr preferRelativeResize="0"/>
            <p:nvPr/>
          </p:nvPicPr>
          <p:blipFill rotWithShape="1">
            <a:blip r:embed="rId10">
              <a:alphaModFix/>
            </a:blip>
            <a:srcRect b="0" l="0" r="0" t="0"/>
            <a:stretch/>
          </p:blipFill>
          <p:spPr>
            <a:xfrm flipH="1" rot="10800000">
              <a:off x="1724056" y="-134611"/>
              <a:ext cx="511481" cy="409444"/>
            </a:xfrm>
            <a:prstGeom prst="rect">
              <a:avLst/>
            </a:prstGeom>
            <a:noFill/>
            <a:ln>
              <a:noFill/>
            </a:ln>
          </p:spPr>
        </p:pic>
        <p:pic>
          <p:nvPicPr>
            <p:cNvPr id="1617" name="Google Shape;1617;p85"/>
            <p:cNvPicPr preferRelativeResize="0"/>
            <p:nvPr/>
          </p:nvPicPr>
          <p:blipFill rotWithShape="1">
            <a:blip r:embed="rId11">
              <a:alphaModFix/>
            </a:blip>
            <a:srcRect b="0" l="0" r="0" t="0"/>
            <a:stretch/>
          </p:blipFill>
          <p:spPr>
            <a:xfrm flipH="1" rot="10800000">
              <a:off x="-145292" y="666205"/>
              <a:ext cx="554649" cy="485315"/>
            </a:xfrm>
            <a:prstGeom prst="rect">
              <a:avLst/>
            </a:prstGeom>
            <a:noFill/>
            <a:ln>
              <a:noFill/>
            </a:ln>
          </p:spPr>
        </p:pic>
        <p:pic>
          <p:nvPicPr>
            <p:cNvPr id="1618" name="Google Shape;1618;p85"/>
            <p:cNvPicPr preferRelativeResize="0"/>
            <p:nvPr/>
          </p:nvPicPr>
          <p:blipFill rotWithShape="1">
            <a:blip r:embed="rId12">
              <a:alphaModFix/>
            </a:blip>
            <a:srcRect b="0" l="0" r="0" t="0"/>
            <a:stretch/>
          </p:blipFill>
          <p:spPr>
            <a:xfrm flipH="1" rot="10800000">
              <a:off x="120234" y="1439784"/>
              <a:ext cx="374127" cy="354503"/>
            </a:xfrm>
            <a:prstGeom prst="rect">
              <a:avLst/>
            </a:prstGeom>
            <a:noFill/>
            <a:ln>
              <a:noFill/>
            </a:ln>
          </p:spPr>
        </p:pic>
      </p:grpSp>
      <p:grpSp>
        <p:nvGrpSpPr>
          <p:cNvPr id="1619" name="Google Shape;1619;p85"/>
          <p:cNvGrpSpPr/>
          <p:nvPr/>
        </p:nvGrpSpPr>
        <p:grpSpPr>
          <a:xfrm flipH="1" rot="10800000">
            <a:off x="7940333" y="4406276"/>
            <a:ext cx="1073181" cy="1301534"/>
            <a:chOff x="7940333" y="-532094"/>
            <a:chExt cx="1073181" cy="1301534"/>
          </a:xfrm>
        </p:grpSpPr>
        <p:pic>
          <p:nvPicPr>
            <p:cNvPr id="1620" name="Google Shape;1620;p85"/>
            <p:cNvPicPr preferRelativeResize="0"/>
            <p:nvPr/>
          </p:nvPicPr>
          <p:blipFill rotWithShape="1">
            <a:blip r:embed="rId13">
              <a:alphaModFix/>
            </a:blip>
            <a:srcRect b="0" l="0" r="0" t="0"/>
            <a:stretch/>
          </p:blipFill>
          <p:spPr>
            <a:xfrm flipH="1" rot="10800000">
              <a:off x="8657701" y="445024"/>
              <a:ext cx="355813" cy="324416"/>
            </a:xfrm>
            <a:prstGeom prst="rect">
              <a:avLst/>
            </a:prstGeom>
            <a:noFill/>
            <a:ln>
              <a:noFill/>
            </a:ln>
          </p:spPr>
        </p:pic>
        <p:pic>
          <p:nvPicPr>
            <p:cNvPr id="1621" name="Google Shape;1621;p85"/>
            <p:cNvPicPr preferRelativeResize="0"/>
            <p:nvPr/>
          </p:nvPicPr>
          <p:blipFill rotWithShape="1">
            <a:blip r:embed="rId14">
              <a:alphaModFix/>
            </a:blip>
            <a:srcRect b="0" l="0" r="0" t="0"/>
            <a:stretch/>
          </p:blipFill>
          <p:spPr>
            <a:xfrm flipH="1" rot="10800000">
              <a:off x="7940333" y="-532094"/>
              <a:ext cx="977117" cy="977125"/>
            </a:xfrm>
            <a:prstGeom prst="rect">
              <a:avLst/>
            </a:prstGeom>
            <a:noFill/>
            <a:ln>
              <a:noFill/>
            </a:ln>
          </p:spPr>
        </p:pic>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22" name="Shape 1622"/>
        <p:cNvGrpSpPr/>
        <p:nvPr/>
      </p:nvGrpSpPr>
      <p:grpSpPr>
        <a:xfrm>
          <a:off x="0" y="0"/>
          <a:ext cx="0" cy="0"/>
          <a:chOff x="0" y="0"/>
          <a:chExt cx="0" cy="0"/>
        </a:xfrm>
      </p:grpSpPr>
      <p:sp>
        <p:nvSpPr>
          <p:cNvPr id="1623" name="Google Shape;1623;p8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624" name="Google Shape;1624;p86"/>
          <p:cNvSpPr txBox="1"/>
          <p:nvPr>
            <p:ph idx="1" type="subTitle"/>
          </p:nvPr>
        </p:nvSpPr>
        <p:spPr>
          <a:xfrm>
            <a:off x="856262"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25" name="Google Shape;1625;p86"/>
          <p:cNvSpPr txBox="1"/>
          <p:nvPr>
            <p:ph idx="2" type="subTitle"/>
          </p:nvPr>
        </p:nvSpPr>
        <p:spPr>
          <a:xfrm>
            <a:off x="856262"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6" name="Google Shape;1626;p86"/>
          <p:cNvSpPr txBox="1"/>
          <p:nvPr>
            <p:ph idx="3" type="subTitle"/>
          </p:nvPr>
        </p:nvSpPr>
        <p:spPr>
          <a:xfrm>
            <a:off x="3379121"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7" name="Google Shape;1627;p86"/>
          <p:cNvSpPr txBox="1"/>
          <p:nvPr>
            <p:ph idx="4" type="subTitle"/>
          </p:nvPr>
        </p:nvSpPr>
        <p:spPr>
          <a:xfrm>
            <a:off x="5901980" y="2927204"/>
            <a:ext cx="2353500" cy="1068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8" name="Google Shape;1628;p86"/>
          <p:cNvSpPr txBox="1"/>
          <p:nvPr>
            <p:ph idx="5" type="subTitle"/>
          </p:nvPr>
        </p:nvSpPr>
        <p:spPr>
          <a:xfrm>
            <a:off x="3379121"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29" name="Google Shape;1629;p86"/>
          <p:cNvSpPr txBox="1"/>
          <p:nvPr>
            <p:ph idx="6" type="subTitle"/>
          </p:nvPr>
        </p:nvSpPr>
        <p:spPr>
          <a:xfrm>
            <a:off x="5901980" y="2511415"/>
            <a:ext cx="2353500" cy="48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630" name="Google Shape;1630;p86"/>
          <p:cNvGrpSpPr/>
          <p:nvPr/>
        </p:nvGrpSpPr>
        <p:grpSpPr>
          <a:xfrm>
            <a:off x="-647462" y="2147525"/>
            <a:ext cx="2601720" cy="3564053"/>
            <a:chOff x="-647462" y="2147525"/>
            <a:chExt cx="2601720" cy="3564053"/>
          </a:xfrm>
        </p:grpSpPr>
        <p:pic>
          <p:nvPicPr>
            <p:cNvPr id="1631" name="Google Shape;1631;p86"/>
            <p:cNvPicPr preferRelativeResize="0"/>
            <p:nvPr/>
          </p:nvPicPr>
          <p:blipFill rotWithShape="1">
            <a:blip r:embed="rId2">
              <a:alphaModFix/>
            </a:blip>
            <a:srcRect b="0" l="0" r="0" t="0"/>
            <a:stretch/>
          </p:blipFill>
          <p:spPr>
            <a:xfrm flipH="1">
              <a:off x="-647462" y="2619325"/>
              <a:ext cx="2202097" cy="3028797"/>
            </a:xfrm>
            <a:prstGeom prst="rect">
              <a:avLst/>
            </a:prstGeom>
            <a:noFill/>
            <a:ln>
              <a:noFill/>
            </a:ln>
          </p:spPr>
        </p:pic>
        <p:pic>
          <p:nvPicPr>
            <p:cNvPr id="1632" name="Google Shape;1632;p86"/>
            <p:cNvPicPr preferRelativeResize="0"/>
            <p:nvPr/>
          </p:nvPicPr>
          <p:blipFill rotWithShape="1">
            <a:blip r:embed="rId3">
              <a:alphaModFix/>
            </a:blip>
            <a:srcRect b="0" l="0" r="0" t="0"/>
            <a:stretch/>
          </p:blipFill>
          <p:spPr>
            <a:xfrm flipH="1">
              <a:off x="977133" y="4734453"/>
              <a:ext cx="977125" cy="977125"/>
            </a:xfrm>
            <a:prstGeom prst="rect">
              <a:avLst/>
            </a:prstGeom>
            <a:noFill/>
            <a:ln>
              <a:noFill/>
            </a:ln>
          </p:spPr>
        </p:pic>
        <p:pic>
          <p:nvPicPr>
            <p:cNvPr id="1633" name="Google Shape;1633;p86"/>
            <p:cNvPicPr preferRelativeResize="0"/>
            <p:nvPr/>
          </p:nvPicPr>
          <p:blipFill rotWithShape="1">
            <a:blip r:embed="rId4">
              <a:alphaModFix/>
            </a:blip>
            <a:srcRect b="0" l="0" r="0" t="0"/>
            <a:stretch/>
          </p:blipFill>
          <p:spPr>
            <a:xfrm flipH="1">
              <a:off x="266174" y="3456285"/>
              <a:ext cx="444766" cy="303486"/>
            </a:xfrm>
            <a:prstGeom prst="rect">
              <a:avLst/>
            </a:prstGeom>
            <a:noFill/>
            <a:ln>
              <a:noFill/>
            </a:ln>
          </p:spPr>
        </p:pic>
        <p:pic>
          <p:nvPicPr>
            <p:cNvPr id="1634" name="Google Shape;1634;p86"/>
            <p:cNvPicPr preferRelativeResize="0"/>
            <p:nvPr/>
          </p:nvPicPr>
          <p:blipFill rotWithShape="1">
            <a:blip r:embed="rId5">
              <a:alphaModFix/>
            </a:blip>
            <a:srcRect b="0" l="0" r="0" t="0"/>
            <a:stretch/>
          </p:blipFill>
          <p:spPr>
            <a:xfrm flipH="1">
              <a:off x="63562" y="2147525"/>
              <a:ext cx="570347" cy="554646"/>
            </a:xfrm>
            <a:prstGeom prst="rect">
              <a:avLst/>
            </a:prstGeom>
            <a:noFill/>
            <a:ln>
              <a:noFill/>
            </a:ln>
          </p:spPr>
        </p:pic>
      </p:grpSp>
      <p:grpSp>
        <p:nvGrpSpPr>
          <p:cNvPr id="1635" name="Google Shape;1635;p86"/>
          <p:cNvGrpSpPr/>
          <p:nvPr/>
        </p:nvGrpSpPr>
        <p:grpSpPr>
          <a:xfrm>
            <a:off x="8006404" y="3591789"/>
            <a:ext cx="1570091" cy="1844872"/>
            <a:chOff x="8006404" y="3591789"/>
            <a:chExt cx="1570091" cy="1844872"/>
          </a:xfrm>
        </p:grpSpPr>
        <p:pic>
          <p:nvPicPr>
            <p:cNvPr id="1636" name="Google Shape;1636;p86"/>
            <p:cNvPicPr preferRelativeResize="0"/>
            <p:nvPr/>
          </p:nvPicPr>
          <p:blipFill rotWithShape="1">
            <a:blip r:embed="rId6">
              <a:alphaModFix/>
            </a:blip>
            <a:srcRect b="0" l="0" r="0" t="0"/>
            <a:stretch/>
          </p:blipFill>
          <p:spPr>
            <a:xfrm flipH="1">
              <a:off x="8313169" y="4230911"/>
              <a:ext cx="1263326" cy="1205750"/>
            </a:xfrm>
            <a:prstGeom prst="rect">
              <a:avLst/>
            </a:prstGeom>
            <a:noFill/>
            <a:ln>
              <a:noFill/>
            </a:ln>
          </p:spPr>
        </p:pic>
        <p:pic>
          <p:nvPicPr>
            <p:cNvPr id="1637" name="Google Shape;1637;p86"/>
            <p:cNvPicPr preferRelativeResize="0"/>
            <p:nvPr/>
          </p:nvPicPr>
          <p:blipFill rotWithShape="1">
            <a:blip r:embed="rId7">
              <a:alphaModFix/>
            </a:blip>
            <a:srcRect b="0" l="0" r="0" t="0"/>
            <a:stretch/>
          </p:blipFill>
          <p:spPr>
            <a:xfrm flipH="1" rot="-1721566">
              <a:off x="8492362" y="3689435"/>
              <a:ext cx="511481" cy="409444"/>
            </a:xfrm>
            <a:prstGeom prst="rect">
              <a:avLst/>
            </a:prstGeom>
            <a:noFill/>
            <a:ln>
              <a:noFill/>
            </a:ln>
          </p:spPr>
        </p:pic>
        <p:pic>
          <p:nvPicPr>
            <p:cNvPr id="1638" name="Google Shape;1638;p86"/>
            <p:cNvPicPr preferRelativeResize="0"/>
            <p:nvPr/>
          </p:nvPicPr>
          <p:blipFill rotWithShape="1">
            <a:blip r:embed="rId8">
              <a:alphaModFix/>
            </a:blip>
            <a:srcRect b="0" l="0" r="0" t="0"/>
            <a:stretch/>
          </p:blipFill>
          <p:spPr>
            <a:xfrm flipH="1">
              <a:off x="8006404" y="4591135"/>
              <a:ext cx="554649" cy="485315"/>
            </a:xfrm>
            <a:prstGeom prst="rect">
              <a:avLst/>
            </a:prstGeom>
            <a:noFill/>
            <a:ln>
              <a:noFill/>
            </a:ln>
          </p:spPr>
        </p:pic>
      </p:grpSp>
      <p:grpSp>
        <p:nvGrpSpPr>
          <p:cNvPr id="1639" name="Google Shape;1639;p86"/>
          <p:cNvGrpSpPr/>
          <p:nvPr/>
        </p:nvGrpSpPr>
        <p:grpSpPr>
          <a:xfrm>
            <a:off x="7" y="-409164"/>
            <a:ext cx="1132541" cy="1536160"/>
            <a:chOff x="7" y="-409164"/>
            <a:chExt cx="1132541" cy="1536160"/>
          </a:xfrm>
        </p:grpSpPr>
        <p:pic>
          <p:nvPicPr>
            <p:cNvPr id="1640" name="Google Shape;1640;p86"/>
            <p:cNvPicPr preferRelativeResize="0"/>
            <p:nvPr/>
          </p:nvPicPr>
          <p:blipFill rotWithShape="1">
            <a:blip r:embed="rId9">
              <a:alphaModFix/>
            </a:blip>
            <a:srcRect b="0" l="0" r="0" t="0"/>
            <a:stretch/>
          </p:blipFill>
          <p:spPr>
            <a:xfrm flipH="1">
              <a:off x="7" y="-409164"/>
              <a:ext cx="977117" cy="977125"/>
            </a:xfrm>
            <a:prstGeom prst="rect">
              <a:avLst/>
            </a:prstGeom>
            <a:noFill/>
            <a:ln>
              <a:noFill/>
            </a:ln>
          </p:spPr>
        </p:pic>
        <p:pic>
          <p:nvPicPr>
            <p:cNvPr id="1641" name="Google Shape;1641;p86"/>
            <p:cNvPicPr preferRelativeResize="0"/>
            <p:nvPr/>
          </p:nvPicPr>
          <p:blipFill rotWithShape="1">
            <a:blip r:embed="rId10">
              <a:alphaModFix/>
            </a:blip>
            <a:srcRect b="0" l="0" r="0" t="0"/>
            <a:stretch/>
          </p:blipFill>
          <p:spPr>
            <a:xfrm flipH="1">
              <a:off x="776735" y="169090"/>
              <a:ext cx="355813" cy="324416"/>
            </a:xfrm>
            <a:prstGeom prst="rect">
              <a:avLst/>
            </a:prstGeom>
            <a:noFill/>
            <a:ln>
              <a:noFill/>
            </a:ln>
          </p:spPr>
        </p:pic>
        <p:pic>
          <p:nvPicPr>
            <p:cNvPr id="1642" name="Google Shape;1642;p86"/>
            <p:cNvPicPr preferRelativeResize="0"/>
            <p:nvPr/>
          </p:nvPicPr>
          <p:blipFill rotWithShape="1">
            <a:blip r:embed="rId11">
              <a:alphaModFix/>
            </a:blip>
            <a:srcRect b="0" l="0" r="0" t="0"/>
            <a:stretch/>
          </p:blipFill>
          <p:spPr>
            <a:xfrm flipH="1">
              <a:off x="168425" y="682233"/>
              <a:ext cx="570347" cy="444763"/>
            </a:xfrm>
            <a:prstGeom prst="rect">
              <a:avLst/>
            </a:prstGeom>
            <a:noFill/>
            <a:ln>
              <a:noFill/>
            </a:ln>
          </p:spPr>
        </p:pic>
      </p:grpSp>
      <p:grpSp>
        <p:nvGrpSpPr>
          <p:cNvPr id="1643" name="Google Shape;1643;p86"/>
          <p:cNvGrpSpPr/>
          <p:nvPr/>
        </p:nvGrpSpPr>
        <p:grpSpPr>
          <a:xfrm>
            <a:off x="6482396" y="-903760"/>
            <a:ext cx="3991478" cy="3616745"/>
            <a:chOff x="6482396" y="-903760"/>
            <a:chExt cx="3991478" cy="3616745"/>
          </a:xfrm>
        </p:grpSpPr>
        <p:pic>
          <p:nvPicPr>
            <p:cNvPr id="1644" name="Google Shape;1644;p86"/>
            <p:cNvPicPr preferRelativeResize="0"/>
            <p:nvPr/>
          </p:nvPicPr>
          <p:blipFill rotWithShape="1">
            <a:blip r:embed="rId12">
              <a:alphaModFix/>
            </a:blip>
            <a:srcRect b="0" l="0" r="0" t="0"/>
            <a:stretch/>
          </p:blipFill>
          <p:spPr>
            <a:xfrm flipH="1">
              <a:off x="8494133" y="451143"/>
              <a:ext cx="643602" cy="499705"/>
            </a:xfrm>
            <a:prstGeom prst="rect">
              <a:avLst/>
            </a:prstGeom>
            <a:noFill/>
            <a:ln>
              <a:noFill/>
            </a:ln>
          </p:spPr>
        </p:pic>
        <p:pic>
          <p:nvPicPr>
            <p:cNvPr id="1645" name="Google Shape;1645;p86"/>
            <p:cNvPicPr preferRelativeResize="0"/>
            <p:nvPr/>
          </p:nvPicPr>
          <p:blipFill rotWithShape="1">
            <a:blip r:embed="rId2">
              <a:alphaModFix/>
            </a:blip>
            <a:srcRect b="0" l="0" r="0" t="0"/>
            <a:stretch/>
          </p:blipFill>
          <p:spPr>
            <a:xfrm flipH="1" rot="9540140">
              <a:off x="7802239" y="-609785"/>
              <a:ext cx="2202096" cy="3028795"/>
            </a:xfrm>
            <a:prstGeom prst="rect">
              <a:avLst/>
            </a:prstGeom>
            <a:noFill/>
            <a:ln>
              <a:noFill/>
            </a:ln>
          </p:spPr>
        </p:pic>
        <p:pic>
          <p:nvPicPr>
            <p:cNvPr id="1646" name="Google Shape;1646;p86"/>
            <p:cNvPicPr preferRelativeResize="0"/>
            <p:nvPr/>
          </p:nvPicPr>
          <p:blipFill rotWithShape="1">
            <a:blip r:embed="rId13">
              <a:alphaModFix/>
            </a:blip>
            <a:srcRect b="0" l="0" r="0" t="0"/>
            <a:stretch/>
          </p:blipFill>
          <p:spPr>
            <a:xfrm flipH="1">
              <a:off x="6482396" y="-89724"/>
              <a:ext cx="243313" cy="344038"/>
            </a:xfrm>
            <a:prstGeom prst="rect">
              <a:avLst/>
            </a:prstGeom>
            <a:noFill/>
            <a:ln>
              <a:noFill/>
            </a:ln>
          </p:spPr>
        </p:pic>
        <p:pic>
          <p:nvPicPr>
            <p:cNvPr id="1647" name="Google Shape;1647;p86"/>
            <p:cNvPicPr preferRelativeResize="0"/>
            <p:nvPr/>
          </p:nvPicPr>
          <p:blipFill rotWithShape="1">
            <a:blip r:embed="rId9">
              <a:alphaModFix/>
            </a:blip>
            <a:srcRect b="0" l="0" r="0" t="0"/>
            <a:stretch/>
          </p:blipFill>
          <p:spPr>
            <a:xfrm>
              <a:off x="8641688" y="1017724"/>
              <a:ext cx="977125" cy="977125"/>
            </a:xfrm>
            <a:prstGeom prst="rect">
              <a:avLst/>
            </a:prstGeom>
            <a:noFill/>
            <a:ln>
              <a:noFill/>
            </a:ln>
          </p:spPr>
        </p:pic>
        <p:pic>
          <p:nvPicPr>
            <p:cNvPr id="1648" name="Google Shape;1648;p86"/>
            <p:cNvPicPr preferRelativeResize="0"/>
            <p:nvPr/>
          </p:nvPicPr>
          <p:blipFill rotWithShape="1">
            <a:blip r:embed="rId14">
              <a:alphaModFix/>
            </a:blip>
            <a:srcRect b="0" l="0" r="0" t="0"/>
            <a:stretch/>
          </p:blipFill>
          <p:spPr>
            <a:xfrm flipH="1" rot="4379860">
              <a:off x="8640014" y="1909118"/>
              <a:ext cx="374127" cy="354502"/>
            </a:xfrm>
            <a:prstGeom prst="rect">
              <a:avLst/>
            </a:prstGeom>
            <a:noFill/>
            <a:ln>
              <a:noFill/>
            </a:ln>
          </p:spPr>
        </p:pic>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649" name="Shape 1649"/>
        <p:cNvGrpSpPr/>
        <p:nvPr/>
      </p:nvGrpSpPr>
      <p:grpSpPr>
        <a:xfrm>
          <a:off x="0" y="0"/>
          <a:ext cx="0" cy="0"/>
          <a:chOff x="0" y="0"/>
          <a:chExt cx="0" cy="0"/>
        </a:xfrm>
      </p:grpSpPr>
      <p:sp>
        <p:nvSpPr>
          <p:cNvPr id="1650" name="Google Shape;1650;p87"/>
          <p:cNvSpPr txBox="1"/>
          <p:nvPr>
            <p:ph type="title"/>
          </p:nvPr>
        </p:nvSpPr>
        <p:spPr>
          <a:xfrm>
            <a:off x="3431750" y="1321500"/>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51" name="Google Shape;1651;p87"/>
          <p:cNvSpPr txBox="1"/>
          <p:nvPr>
            <p:ph idx="1" type="subTitle"/>
          </p:nvPr>
        </p:nvSpPr>
        <p:spPr>
          <a:xfrm flipH="1">
            <a:off x="3431750" y="196845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1652" name="Google Shape;1652;p87"/>
          <p:cNvSpPr txBox="1"/>
          <p:nvPr>
            <p:ph idx="2" type="title"/>
          </p:nvPr>
        </p:nvSpPr>
        <p:spPr>
          <a:xfrm>
            <a:off x="1889375"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53" name="Google Shape;1653;p87"/>
          <p:cNvSpPr txBox="1"/>
          <p:nvPr>
            <p:ph idx="3" type="subTitle"/>
          </p:nvPr>
        </p:nvSpPr>
        <p:spPr>
          <a:xfrm flipH="1">
            <a:off x="1889393"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1654" name="Google Shape;1654;p87"/>
          <p:cNvSpPr txBox="1"/>
          <p:nvPr>
            <p:ph idx="4" type="title"/>
          </p:nvPr>
        </p:nvSpPr>
        <p:spPr>
          <a:xfrm>
            <a:off x="4974027" y="3058974"/>
            <a:ext cx="2280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500"/>
              <a:buNone/>
              <a:defRPr>
                <a:highlight>
                  <a:schemeClr val="lt1"/>
                </a:highlight>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55" name="Google Shape;1655;p87"/>
          <p:cNvSpPr txBox="1"/>
          <p:nvPr>
            <p:ph idx="5" type="subTitle"/>
          </p:nvPr>
        </p:nvSpPr>
        <p:spPr>
          <a:xfrm flipH="1">
            <a:off x="4974037" y="3707600"/>
            <a:ext cx="2280600" cy="37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2000">
                <a:latin typeface="Taviraj Medium"/>
                <a:ea typeface="Taviraj Medium"/>
                <a:cs typeface="Taviraj Medium"/>
                <a:sym typeface="Taviraj Medium"/>
              </a:defRPr>
            </a:lvl1pPr>
            <a:lvl2pPr lvl="1" algn="ctr">
              <a:lnSpc>
                <a:spcPct val="100000"/>
              </a:lnSpc>
              <a:spcBef>
                <a:spcPts val="0"/>
              </a:spcBef>
              <a:spcAft>
                <a:spcPts val="0"/>
              </a:spcAft>
              <a:buSzPts val="1400"/>
              <a:buNone/>
              <a:defRPr sz="2000">
                <a:latin typeface="Taviraj Medium"/>
                <a:ea typeface="Taviraj Medium"/>
                <a:cs typeface="Taviraj Medium"/>
                <a:sym typeface="Taviraj Medium"/>
              </a:defRPr>
            </a:lvl2pPr>
            <a:lvl3pPr lvl="2" algn="ctr">
              <a:lnSpc>
                <a:spcPct val="100000"/>
              </a:lnSpc>
              <a:spcBef>
                <a:spcPts val="0"/>
              </a:spcBef>
              <a:spcAft>
                <a:spcPts val="0"/>
              </a:spcAft>
              <a:buSzPts val="1400"/>
              <a:buNone/>
              <a:defRPr sz="2000">
                <a:latin typeface="Taviraj Medium"/>
                <a:ea typeface="Taviraj Medium"/>
                <a:cs typeface="Taviraj Medium"/>
                <a:sym typeface="Taviraj Medium"/>
              </a:defRPr>
            </a:lvl3pPr>
            <a:lvl4pPr lvl="3" algn="ctr">
              <a:lnSpc>
                <a:spcPct val="100000"/>
              </a:lnSpc>
              <a:spcBef>
                <a:spcPts val="0"/>
              </a:spcBef>
              <a:spcAft>
                <a:spcPts val="0"/>
              </a:spcAft>
              <a:buSzPts val="1400"/>
              <a:buNone/>
              <a:defRPr sz="2000">
                <a:latin typeface="Taviraj Medium"/>
                <a:ea typeface="Taviraj Medium"/>
                <a:cs typeface="Taviraj Medium"/>
                <a:sym typeface="Taviraj Medium"/>
              </a:defRPr>
            </a:lvl4pPr>
            <a:lvl5pPr lvl="4" algn="ctr">
              <a:lnSpc>
                <a:spcPct val="100000"/>
              </a:lnSpc>
              <a:spcBef>
                <a:spcPts val="0"/>
              </a:spcBef>
              <a:spcAft>
                <a:spcPts val="0"/>
              </a:spcAft>
              <a:buSzPts val="1400"/>
              <a:buNone/>
              <a:defRPr sz="2000">
                <a:latin typeface="Taviraj Medium"/>
                <a:ea typeface="Taviraj Medium"/>
                <a:cs typeface="Taviraj Medium"/>
                <a:sym typeface="Taviraj Medium"/>
              </a:defRPr>
            </a:lvl5pPr>
            <a:lvl6pPr lvl="5" algn="ctr">
              <a:lnSpc>
                <a:spcPct val="100000"/>
              </a:lnSpc>
              <a:spcBef>
                <a:spcPts val="0"/>
              </a:spcBef>
              <a:spcAft>
                <a:spcPts val="0"/>
              </a:spcAft>
              <a:buSzPts val="1400"/>
              <a:buNone/>
              <a:defRPr sz="2000">
                <a:latin typeface="Taviraj Medium"/>
                <a:ea typeface="Taviraj Medium"/>
                <a:cs typeface="Taviraj Medium"/>
                <a:sym typeface="Taviraj Medium"/>
              </a:defRPr>
            </a:lvl6pPr>
            <a:lvl7pPr lvl="6" algn="ctr">
              <a:lnSpc>
                <a:spcPct val="100000"/>
              </a:lnSpc>
              <a:spcBef>
                <a:spcPts val="0"/>
              </a:spcBef>
              <a:spcAft>
                <a:spcPts val="0"/>
              </a:spcAft>
              <a:buSzPts val="1400"/>
              <a:buNone/>
              <a:defRPr sz="2000">
                <a:latin typeface="Taviraj Medium"/>
                <a:ea typeface="Taviraj Medium"/>
                <a:cs typeface="Taviraj Medium"/>
                <a:sym typeface="Taviraj Medium"/>
              </a:defRPr>
            </a:lvl7pPr>
            <a:lvl8pPr lvl="7" algn="ctr">
              <a:lnSpc>
                <a:spcPct val="100000"/>
              </a:lnSpc>
              <a:spcBef>
                <a:spcPts val="0"/>
              </a:spcBef>
              <a:spcAft>
                <a:spcPts val="0"/>
              </a:spcAft>
              <a:buSzPts val="1400"/>
              <a:buNone/>
              <a:defRPr sz="2000">
                <a:latin typeface="Taviraj Medium"/>
                <a:ea typeface="Taviraj Medium"/>
                <a:cs typeface="Taviraj Medium"/>
                <a:sym typeface="Taviraj Medium"/>
              </a:defRPr>
            </a:lvl8pPr>
            <a:lvl9pPr lvl="8" algn="ctr">
              <a:lnSpc>
                <a:spcPct val="100000"/>
              </a:lnSpc>
              <a:spcBef>
                <a:spcPts val="0"/>
              </a:spcBef>
              <a:spcAft>
                <a:spcPts val="0"/>
              </a:spcAft>
              <a:buSzPts val="1400"/>
              <a:buNone/>
              <a:defRPr sz="2000">
                <a:latin typeface="Taviraj Medium"/>
                <a:ea typeface="Taviraj Medium"/>
                <a:cs typeface="Taviraj Medium"/>
                <a:sym typeface="Taviraj Medium"/>
              </a:defRPr>
            </a:lvl9pPr>
          </a:lstStyle>
          <a:p/>
        </p:txBody>
      </p:sp>
      <p:sp>
        <p:nvSpPr>
          <p:cNvPr id="1656" name="Google Shape;1656;p87"/>
          <p:cNvSpPr txBox="1"/>
          <p:nvPr>
            <p:ph idx="6"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657" name="Google Shape;1657;p87"/>
          <p:cNvSpPr txBox="1"/>
          <p:nvPr>
            <p:ph idx="7" type="subTitle"/>
          </p:nvPr>
        </p:nvSpPr>
        <p:spPr>
          <a:xfrm>
            <a:off x="1889400"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58" name="Google Shape;1658;p87"/>
          <p:cNvSpPr txBox="1"/>
          <p:nvPr>
            <p:ph idx="8" type="subTitle"/>
          </p:nvPr>
        </p:nvSpPr>
        <p:spPr>
          <a:xfrm>
            <a:off x="3431750" y="226365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59" name="Google Shape;1659;p87"/>
          <p:cNvSpPr txBox="1"/>
          <p:nvPr>
            <p:ph idx="9" type="subTitle"/>
          </p:nvPr>
        </p:nvSpPr>
        <p:spPr>
          <a:xfrm>
            <a:off x="4971725" y="4002800"/>
            <a:ext cx="2280600" cy="605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60" name="Google Shape;1660;p87"/>
          <p:cNvGrpSpPr/>
          <p:nvPr/>
        </p:nvGrpSpPr>
        <p:grpSpPr>
          <a:xfrm>
            <a:off x="-166155" y="3891060"/>
            <a:ext cx="1853733" cy="1976338"/>
            <a:chOff x="-166155" y="3891060"/>
            <a:chExt cx="1853733" cy="1976338"/>
          </a:xfrm>
        </p:grpSpPr>
        <p:pic>
          <p:nvPicPr>
            <p:cNvPr id="1661" name="Google Shape;1661;p87"/>
            <p:cNvPicPr preferRelativeResize="0"/>
            <p:nvPr/>
          </p:nvPicPr>
          <p:blipFill rotWithShape="1">
            <a:blip r:embed="rId2">
              <a:alphaModFix/>
            </a:blip>
            <a:srcRect b="0" l="0" r="0" t="0"/>
            <a:stretch/>
          </p:blipFill>
          <p:spPr>
            <a:xfrm>
              <a:off x="420679" y="4658248"/>
              <a:ext cx="1266899" cy="1209150"/>
            </a:xfrm>
            <a:prstGeom prst="rect">
              <a:avLst/>
            </a:prstGeom>
            <a:noFill/>
            <a:ln>
              <a:noFill/>
            </a:ln>
          </p:spPr>
        </p:pic>
        <p:pic>
          <p:nvPicPr>
            <p:cNvPr id="1662" name="Google Shape;1662;p87"/>
            <p:cNvPicPr preferRelativeResize="0"/>
            <p:nvPr/>
          </p:nvPicPr>
          <p:blipFill rotWithShape="1">
            <a:blip r:embed="rId3">
              <a:alphaModFix/>
            </a:blip>
            <a:srcRect b="0" l="0" r="0" t="0"/>
            <a:stretch/>
          </p:blipFill>
          <p:spPr>
            <a:xfrm>
              <a:off x="-166155" y="3891060"/>
              <a:ext cx="554649" cy="485315"/>
            </a:xfrm>
            <a:prstGeom prst="rect">
              <a:avLst/>
            </a:prstGeom>
            <a:noFill/>
            <a:ln>
              <a:noFill/>
            </a:ln>
          </p:spPr>
        </p:pic>
      </p:grpSp>
      <p:grpSp>
        <p:nvGrpSpPr>
          <p:cNvPr id="1663" name="Google Shape;1663;p87"/>
          <p:cNvGrpSpPr/>
          <p:nvPr/>
        </p:nvGrpSpPr>
        <p:grpSpPr>
          <a:xfrm>
            <a:off x="7983921" y="-307514"/>
            <a:ext cx="1332929" cy="2117960"/>
            <a:chOff x="7983921" y="-307514"/>
            <a:chExt cx="1332929" cy="2117960"/>
          </a:xfrm>
        </p:grpSpPr>
        <p:pic>
          <p:nvPicPr>
            <p:cNvPr id="1664" name="Google Shape;1664;p87"/>
            <p:cNvPicPr preferRelativeResize="0"/>
            <p:nvPr/>
          </p:nvPicPr>
          <p:blipFill rotWithShape="1">
            <a:blip r:embed="rId4">
              <a:alphaModFix/>
            </a:blip>
            <a:srcRect b="0" l="0" r="0" t="0"/>
            <a:stretch/>
          </p:blipFill>
          <p:spPr>
            <a:xfrm>
              <a:off x="8339725" y="-307514"/>
              <a:ext cx="977117" cy="977125"/>
            </a:xfrm>
            <a:prstGeom prst="rect">
              <a:avLst/>
            </a:prstGeom>
            <a:noFill/>
            <a:ln>
              <a:noFill/>
            </a:ln>
          </p:spPr>
        </p:pic>
        <p:pic>
          <p:nvPicPr>
            <p:cNvPr id="1665" name="Google Shape;1665;p87"/>
            <p:cNvPicPr preferRelativeResize="0"/>
            <p:nvPr/>
          </p:nvPicPr>
          <p:blipFill rotWithShape="1">
            <a:blip r:embed="rId5">
              <a:alphaModFix/>
            </a:blip>
            <a:srcRect b="0" l="0" r="0" t="0"/>
            <a:stretch/>
          </p:blipFill>
          <p:spPr>
            <a:xfrm>
              <a:off x="7983921" y="297210"/>
              <a:ext cx="444766" cy="303486"/>
            </a:xfrm>
            <a:prstGeom prst="rect">
              <a:avLst/>
            </a:prstGeom>
            <a:noFill/>
            <a:ln>
              <a:noFill/>
            </a:ln>
          </p:spPr>
        </p:pic>
        <p:pic>
          <p:nvPicPr>
            <p:cNvPr id="1666" name="Google Shape;1666;p87"/>
            <p:cNvPicPr preferRelativeResize="0"/>
            <p:nvPr/>
          </p:nvPicPr>
          <p:blipFill rotWithShape="1">
            <a:blip r:embed="rId6">
              <a:alphaModFix/>
            </a:blip>
            <a:srcRect b="0" l="0" r="0" t="0"/>
            <a:stretch/>
          </p:blipFill>
          <p:spPr>
            <a:xfrm>
              <a:off x="8746503" y="1255800"/>
              <a:ext cx="570347" cy="554646"/>
            </a:xfrm>
            <a:prstGeom prst="rect">
              <a:avLst/>
            </a:prstGeom>
            <a:noFill/>
            <a:ln>
              <a:noFill/>
            </a:ln>
          </p:spPr>
        </p:pic>
        <p:pic>
          <p:nvPicPr>
            <p:cNvPr id="1667" name="Google Shape;1667;p87"/>
            <p:cNvPicPr preferRelativeResize="0"/>
            <p:nvPr/>
          </p:nvPicPr>
          <p:blipFill rotWithShape="1">
            <a:blip r:embed="rId7">
              <a:alphaModFix/>
            </a:blip>
            <a:srcRect b="0" l="0" r="0" t="0"/>
            <a:stretch/>
          </p:blipFill>
          <p:spPr>
            <a:xfrm>
              <a:off x="8543115" y="740320"/>
              <a:ext cx="570347" cy="444763"/>
            </a:xfrm>
            <a:prstGeom prst="rect">
              <a:avLst/>
            </a:prstGeom>
            <a:noFill/>
            <a:ln>
              <a:noFill/>
            </a:ln>
          </p:spPr>
        </p:pic>
      </p:grpSp>
      <p:grpSp>
        <p:nvGrpSpPr>
          <p:cNvPr id="1668" name="Google Shape;1668;p87"/>
          <p:cNvGrpSpPr/>
          <p:nvPr/>
        </p:nvGrpSpPr>
        <p:grpSpPr>
          <a:xfrm>
            <a:off x="-895938" y="-928885"/>
            <a:ext cx="3638486" cy="4473409"/>
            <a:chOff x="-895938" y="-928885"/>
            <a:chExt cx="3638486" cy="4473409"/>
          </a:xfrm>
        </p:grpSpPr>
        <p:pic>
          <p:nvPicPr>
            <p:cNvPr id="1669" name="Google Shape;1669;p87"/>
            <p:cNvPicPr preferRelativeResize="0"/>
            <p:nvPr/>
          </p:nvPicPr>
          <p:blipFill rotWithShape="1">
            <a:blip r:embed="rId8">
              <a:alphaModFix/>
            </a:blip>
            <a:srcRect b="0" l="0" r="0" t="0"/>
            <a:stretch/>
          </p:blipFill>
          <p:spPr>
            <a:xfrm rot="-9540140">
              <a:off x="-426399" y="-634910"/>
              <a:ext cx="2202096" cy="3028795"/>
            </a:xfrm>
            <a:prstGeom prst="rect">
              <a:avLst/>
            </a:prstGeom>
            <a:noFill/>
            <a:ln>
              <a:noFill/>
            </a:ln>
          </p:spPr>
        </p:pic>
        <p:pic>
          <p:nvPicPr>
            <p:cNvPr id="1670" name="Google Shape;1670;p87"/>
            <p:cNvPicPr preferRelativeResize="0"/>
            <p:nvPr/>
          </p:nvPicPr>
          <p:blipFill rotWithShape="1">
            <a:blip r:embed="rId9">
              <a:alphaModFix/>
            </a:blip>
            <a:srcRect b="0" l="0" r="0" t="0"/>
            <a:stretch/>
          </p:blipFill>
          <p:spPr>
            <a:xfrm>
              <a:off x="345884" y="1252993"/>
              <a:ext cx="374127" cy="354503"/>
            </a:xfrm>
            <a:prstGeom prst="rect">
              <a:avLst/>
            </a:prstGeom>
            <a:noFill/>
            <a:ln>
              <a:noFill/>
            </a:ln>
          </p:spPr>
        </p:pic>
        <p:pic>
          <p:nvPicPr>
            <p:cNvPr id="1671" name="Google Shape;1671;p87"/>
            <p:cNvPicPr preferRelativeResize="0"/>
            <p:nvPr/>
          </p:nvPicPr>
          <p:blipFill rotWithShape="1">
            <a:blip r:embed="rId10">
              <a:alphaModFix/>
            </a:blip>
            <a:srcRect b="0" l="0" r="0" t="0"/>
            <a:stretch/>
          </p:blipFill>
          <p:spPr>
            <a:xfrm>
              <a:off x="-377405" y="2567399"/>
              <a:ext cx="977117" cy="977125"/>
            </a:xfrm>
            <a:prstGeom prst="rect">
              <a:avLst/>
            </a:prstGeom>
            <a:noFill/>
            <a:ln>
              <a:noFill/>
            </a:ln>
          </p:spPr>
        </p:pic>
        <p:pic>
          <p:nvPicPr>
            <p:cNvPr id="1672" name="Google Shape;1672;p87"/>
            <p:cNvPicPr preferRelativeResize="0"/>
            <p:nvPr/>
          </p:nvPicPr>
          <p:blipFill rotWithShape="1">
            <a:blip r:embed="rId11">
              <a:alphaModFix/>
            </a:blip>
            <a:srcRect b="0" l="0" r="0" t="0"/>
            <a:stretch/>
          </p:blipFill>
          <p:spPr>
            <a:xfrm rot="9524432">
              <a:off x="2030250" y="1318"/>
              <a:ext cx="643603" cy="499705"/>
            </a:xfrm>
            <a:prstGeom prst="rect">
              <a:avLst/>
            </a:prstGeom>
            <a:noFill/>
            <a:ln>
              <a:noFill/>
            </a:ln>
          </p:spPr>
        </p:pic>
      </p:grpSp>
      <p:grpSp>
        <p:nvGrpSpPr>
          <p:cNvPr id="1673" name="Google Shape;1673;p87"/>
          <p:cNvGrpSpPr/>
          <p:nvPr/>
        </p:nvGrpSpPr>
        <p:grpSpPr>
          <a:xfrm>
            <a:off x="6363869" y="2851325"/>
            <a:ext cx="3595907" cy="3742947"/>
            <a:chOff x="6363869" y="2851325"/>
            <a:chExt cx="3595907" cy="3742947"/>
          </a:xfrm>
        </p:grpSpPr>
        <p:pic>
          <p:nvPicPr>
            <p:cNvPr id="1674" name="Google Shape;1674;p87"/>
            <p:cNvPicPr preferRelativeResize="0"/>
            <p:nvPr/>
          </p:nvPicPr>
          <p:blipFill rotWithShape="1">
            <a:blip r:embed="rId8">
              <a:alphaModFix/>
            </a:blip>
            <a:srcRect b="0" l="0" r="0" t="0"/>
            <a:stretch/>
          </p:blipFill>
          <p:spPr>
            <a:xfrm rot="2266490">
              <a:off x="7060775" y="3208402"/>
              <a:ext cx="2202095" cy="3028794"/>
            </a:xfrm>
            <a:prstGeom prst="rect">
              <a:avLst/>
            </a:prstGeom>
            <a:noFill/>
            <a:ln>
              <a:noFill/>
            </a:ln>
          </p:spPr>
        </p:pic>
        <p:pic>
          <p:nvPicPr>
            <p:cNvPr id="1675" name="Google Shape;1675;p87"/>
            <p:cNvPicPr preferRelativeResize="0"/>
            <p:nvPr/>
          </p:nvPicPr>
          <p:blipFill rotWithShape="1">
            <a:blip r:embed="rId12">
              <a:alphaModFix/>
            </a:blip>
            <a:srcRect b="0" l="0" r="0" t="0"/>
            <a:stretch/>
          </p:blipFill>
          <p:spPr>
            <a:xfrm>
              <a:off x="7591304" y="4658253"/>
              <a:ext cx="977125" cy="977125"/>
            </a:xfrm>
            <a:prstGeom prst="rect">
              <a:avLst/>
            </a:prstGeom>
            <a:noFill/>
            <a:ln>
              <a:noFill/>
            </a:ln>
          </p:spPr>
        </p:pic>
        <p:pic>
          <p:nvPicPr>
            <p:cNvPr id="1676" name="Google Shape;1676;p87"/>
            <p:cNvPicPr preferRelativeResize="0"/>
            <p:nvPr/>
          </p:nvPicPr>
          <p:blipFill rotWithShape="1">
            <a:blip r:embed="rId13">
              <a:alphaModFix/>
            </a:blip>
            <a:srcRect b="0" l="0" r="0" t="0"/>
            <a:stretch/>
          </p:blipFill>
          <p:spPr>
            <a:xfrm>
              <a:off x="7983914" y="4208515"/>
              <a:ext cx="355813" cy="324416"/>
            </a:xfrm>
            <a:prstGeom prst="rect">
              <a:avLst/>
            </a:prstGeom>
            <a:noFill/>
            <a:ln>
              <a:noFill/>
            </a:ln>
          </p:spPr>
        </p:pic>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7" name="Shape 1677"/>
        <p:cNvGrpSpPr/>
        <p:nvPr/>
      </p:nvGrpSpPr>
      <p:grpSpPr>
        <a:xfrm>
          <a:off x="0" y="0"/>
          <a:ext cx="0" cy="0"/>
          <a:chOff x="0" y="0"/>
          <a:chExt cx="0" cy="0"/>
        </a:xfrm>
      </p:grpSpPr>
      <p:sp>
        <p:nvSpPr>
          <p:cNvPr id="1678" name="Google Shape;1678;p88"/>
          <p:cNvSpPr txBox="1"/>
          <p:nvPr>
            <p:ph type="title"/>
          </p:nvPr>
        </p:nvSpPr>
        <p:spPr>
          <a:xfrm>
            <a:off x="3924400" y="3554790"/>
            <a:ext cx="4504500" cy="53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2000">
                <a:highlight>
                  <a:schemeClr val="lt1"/>
                </a:highlight>
                <a:latin typeface="Taviraj Medium"/>
                <a:ea typeface="Taviraj Medium"/>
                <a:cs typeface="Taviraj Medium"/>
                <a:sym typeface="Taviraj Medium"/>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679" name="Google Shape;1679;p88"/>
          <p:cNvSpPr txBox="1"/>
          <p:nvPr>
            <p:ph idx="1" type="subTitle"/>
          </p:nvPr>
        </p:nvSpPr>
        <p:spPr>
          <a:xfrm>
            <a:off x="3924400" y="879165"/>
            <a:ext cx="4504500" cy="26064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500"/>
              <a:buNone/>
              <a:defRPr sz="3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680" name="Shape 1680"/>
        <p:cNvGrpSpPr/>
        <p:nvPr/>
      </p:nvGrpSpPr>
      <p:grpSpPr>
        <a:xfrm>
          <a:off x="0" y="0"/>
          <a:ext cx="0" cy="0"/>
          <a:chOff x="0" y="0"/>
          <a:chExt cx="0" cy="0"/>
        </a:xfrm>
      </p:grpSpPr>
      <p:sp>
        <p:nvSpPr>
          <p:cNvPr id="1681" name="Google Shape;1681;p8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682" name="Google Shape;1682;p89"/>
          <p:cNvSpPr txBox="1"/>
          <p:nvPr>
            <p:ph idx="1" type="subTitle"/>
          </p:nvPr>
        </p:nvSpPr>
        <p:spPr>
          <a:xfrm>
            <a:off x="1057725"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3" name="Google Shape;1683;p89"/>
          <p:cNvSpPr txBox="1"/>
          <p:nvPr>
            <p:ph idx="2" type="subTitle"/>
          </p:nvPr>
        </p:nvSpPr>
        <p:spPr>
          <a:xfrm>
            <a:off x="3516000" y="2353283"/>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4" name="Google Shape;1684;p89"/>
          <p:cNvSpPr txBox="1"/>
          <p:nvPr>
            <p:ph idx="3" type="subTitle"/>
          </p:nvPr>
        </p:nvSpPr>
        <p:spPr>
          <a:xfrm>
            <a:off x="5976525" y="2353283"/>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5" name="Google Shape;1685;p89"/>
          <p:cNvSpPr txBox="1"/>
          <p:nvPr>
            <p:ph idx="4" type="subTitle"/>
          </p:nvPr>
        </p:nvSpPr>
        <p:spPr>
          <a:xfrm>
            <a:off x="1057725"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6" name="Google Shape;1686;p89"/>
          <p:cNvSpPr txBox="1"/>
          <p:nvPr>
            <p:ph idx="5" type="subTitle"/>
          </p:nvPr>
        </p:nvSpPr>
        <p:spPr>
          <a:xfrm>
            <a:off x="3516000" y="4035808"/>
            <a:ext cx="2112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7" name="Google Shape;1687;p89"/>
          <p:cNvSpPr txBox="1"/>
          <p:nvPr>
            <p:ph idx="6" type="subTitle"/>
          </p:nvPr>
        </p:nvSpPr>
        <p:spPr>
          <a:xfrm>
            <a:off x="5976525" y="4035808"/>
            <a:ext cx="210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8" name="Google Shape;1688;p89"/>
          <p:cNvSpPr txBox="1"/>
          <p:nvPr>
            <p:ph idx="7" type="subTitle"/>
          </p:nvPr>
        </p:nvSpPr>
        <p:spPr>
          <a:xfrm>
            <a:off x="105772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89" name="Google Shape;1689;p89"/>
          <p:cNvSpPr txBox="1"/>
          <p:nvPr>
            <p:ph idx="8" type="subTitle"/>
          </p:nvPr>
        </p:nvSpPr>
        <p:spPr>
          <a:xfrm>
            <a:off x="3516000"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90" name="Google Shape;1690;p89"/>
          <p:cNvSpPr txBox="1"/>
          <p:nvPr>
            <p:ph idx="9" type="subTitle"/>
          </p:nvPr>
        </p:nvSpPr>
        <p:spPr>
          <a:xfrm>
            <a:off x="5974275" y="2056175"/>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91" name="Google Shape;1691;p89"/>
          <p:cNvSpPr txBox="1"/>
          <p:nvPr>
            <p:ph idx="13" type="subTitle"/>
          </p:nvPr>
        </p:nvSpPr>
        <p:spPr>
          <a:xfrm>
            <a:off x="105772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92" name="Google Shape;1692;p89"/>
          <p:cNvSpPr txBox="1"/>
          <p:nvPr>
            <p:ph idx="14" type="subTitle"/>
          </p:nvPr>
        </p:nvSpPr>
        <p:spPr>
          <a:xfrm>
            <a:off x="3516000"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93" name="Google Shape;1693;p89"/>
          <p:cNvSpPr txBox="1"/>
          <p:nvPr>
            <p:ph idx="15" type="subTitle"/>
          </p:nvPr>
        </p:nvSpPr>
        <p:spPr>
          <a:xfrm>
            <a:off x="5974275" y="3738649"/>
            <a:ext cx="2112000" cy="40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000">
                <a:solidFill>
                  <a:schemeClr val="dk1"/>
                </a:solidFill>
                <a:latin typeface="Taviraj Medium"/>
                <a:ea typeface="Taviraj Medium"/>
                <a:cs typeface="Taviraj Medium"/>
                <a:sym typeface="Taviraj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1694" name="Google Shape;1694;p89"/>
          <p:cNvGrpSpPr/>
          <p:nvPr/>
        </p:nvGrpSpPr>
        <p:grpSpPr>
          <a:xfrm>
            <a:off x="-716998" y="-773734"/>
            <a:ext cx="3440500" cy="2400643"/>
            <a:chOff x="-716998" y="-773734"/>
            <a:chExt cx="3440500" cy="2400643"/>
          </a:xfrm>
        </p:grpSpPr>
        <p:pic>
          <p:nvPicPr>
            <p:cNvPr id="1695" name="Google Shape;1695;p89"/>
            <p:cNvPicPr preferRelativeResize="0"/>
            <p:nvPr/>
          </p:nvPicPr>
          <p:blipFill rotWithShape="1">
            <a:blip r:embed="rId2">
              <a:alphaModFix/>
            </a:blip>
            <a:srcRect b="0" l="0" r="0" t="0"/>
            <a:stretch/>
          </p:blipFill>
          <p:spPr>
            <a:xfrm flipH="1" rot="5186513">
              <a:off x="-238235" y="-1095222"/>
              <a:ext cx="2202094" cy="3028794"/>
            </a:xfrm>
            <a:prstGeom prst="rect">
              <a:avLst/>
            </a:prstGeom>
            <a:noFill/>
            <a:ln>
              <a:noFill/>
            </a:ln>
          </p:spPr>
        </p:pic>
        <p:pic>
          <p:nvPicPr>
            <p:cNvPr id="1696" name="Google Shape;1696;p89"/>
            <p:cNvPicPr preferRelativeResize="0"/>
            <p:nvPr/>
          </p:nvPicPr>
          <p:blipFill rotWithShape="1">
            <a:blip r:embed="rId3">
              <a:alphaModFix/>
            </a:blip>
            <a:srcRect b="0" l="0" r="0" t="0"/>
            <a:stretch/>
          </p:blipFill>
          <p:spPr>
            <a:xfrm>
              <a:off x="-479837" y="535011"/>
              <a:ext cx="977117" cy="977125"/>
            </a:xfrm>
            <a:prstGeom prst="rect">
              <a:avLst/>
            </a:prstGeom>
            <a:noFill/>
            <a:ln>
              <a:noFill/>
            </a:ln>
          </p:spPr>
        </p:pic>
        <p:pic>
          <p:nvPicPr>
            <p:cNvPr id="1697" name="Google Shape;1697;p89"/>
            <p:cNvPicPr preferRelativeResize="0"/>
            <p:nvPr/>
          </p:nvPicPr>
          <p:blipFill rotWithShape="1">
            <a:blip r:embed="rId4">
              <a:alphaModFix/>
            </a:blip>
            <a:srcRect b="0" l="0" r="0" t="0"/>
            <a:stretch/>
          </p:blipFill>
          <p:spPr>
            <a:xfrm>
              <a:off x="2367689" y="120615"/>
              <a:ext cx="355813" cy="324416"/>
            </a:xfrm>
            <a:prstGeom prst="rect">
              <a:avLst/>
            </a:prstGeom>
            <a:noFill/>
            <a:ln>
              <a:noFill/>
            </a:ln>
          </p:spPr>
        </p:pic>
        <p:pic>
          <p:nvPicPr>
            <p:cNvPr id="1698" name="Google Shape;1698;p89"/>
            <p:cNvPicPr preferRelativeResize="0"/>
            <p:nvPr/>
          </p:nvPicPr>
          <p:blipFill rotWithShape="1">
            <a:blip r:embed="rId5">
              <a:alphaModFix/>
            </a:blip>
            <a:srcRect b="0" l="0" r="0" t="0"/>
            <a:stretch/>
          </p:blipFill>
          <p:spPr>
            <a:xfrm>
              <a:off x="185334" y="1272406"/>
              <a:ext cx="374127" cy="354503"/>
            </a:xfrm>
            <a:prstGeom prst="rect">
              <a:avLst/>
            </a:prstGeom>
            <a:noFill/>
            <a:ln>
              <a:noFill/>
            </a:ln>
          </p:spPr>
        </p:pic>
      </p:grpSp>
      <p:grpSp>
        <p:nvGrpSpPr>
          <p:cNvPr id="1699" name="Google Shape;1699;p89"/>
          <p:cNvGrpSpPr/>
          <p:nvPr/>
        </p:nvGrpSpPr>
        <p:grpSpPr>
          <a:xfrm>
            <a:off x="7096703" y="-323322"/>
            <a:ext cx="1738426" cy="977125"/>
            <a:chOff x="7096703" y="-323322"/>
            <a:chExt cx="1738426" cy="977125"/>
          </a:xfrm>
        </p:grpSpPr>
        <p:pic>
          <p:nvPicPr>
            <p:cNvPr id="1700" name="Google Shape;1700;p89"/>
            <p:cNvPicPr preferRelativeResize="0"/>
            <p:nvPr/>
          </p:nvPicPr>
          <p:blipFill rotWithShape="1">
            <a:blip r:embed="rId6">
              <a:alphaModFix/>
            </a:blip>
            <a:srcRect b="0" l="0" r="0" t="0"/>
            <a:stretch/>
          </p:blipFill>
          <p:spPr>
            <a:xfrm>
              <a:off x="7858004" y="-323322"/>
              <a:ext cx="977125" cy="977125"/>
            </a:xfrm>
            <a:prstGeom prst="rect">
              <a:avLst/>
            </a:prstGeom>
            <a:noFill/>
            <a:ln>
              <a:noFill/>
            </a:ln>
          </p:spPr>
        </p:pic>
        <p:pic>
          <p:nvPicPr>
            <p:cNvPr id="1701" name="Google Shape;1701;p89"/>
            <p:cNvPicPr preferRelativeResize="0"/>
            <p:nvPr/>
          </p:nvPicPr>
          <p:blipFill rotWithShape="1">
            <a:blip r:embed="rId7">
              <a:alphaModFix/>
            </a:blip>
            <a:srcRect b="0" l="0" r="0" t="0"/>
            <a:stretch/>
          </p:blipFill>
          <p:spPr>
            <a:xfrm>
              <a:off x="7096703" y="-211800"/>
              <a:ext cx="570347" cy="554646"/>
            </a:xfrm>
            <a:prstGeom prst="rect">
              <a:avLst/>
            </a:prstGeom>
            <a:noFill/>
            <a:ln>
              <a:noFill/>
            </a:ln>
          </p:spPr>
        </p:pic>
      </p:grpSp>
      <p:grpSp>
        <p:nvGrpSpPr>
          <p:cNvPr id="1702" name="Google Shape;1702;p89"/>
          <p:cNvGrpSpPr/>
          <p:nvPr/>
        </p:nvGrpSpPr>
        <p:grpSpPr>
          <a:xfrm>
            <a:off x="-196351" y="3926472"/>
            <a:ext cx="1423225" cy="1868654"/>
            <a:chOff x="-196351" y="3926472"/>
            <a:chExt cx="1423225" cy="1868654"/>
          </a:xfrm>
        </p:grpSpPr>
        <p:pic>
          <p:nvPicPr>
            <p:cNvPr id="1703" name="Google Shape;1703;p89"/>
            <p:cNvPicPr preferRelativeResize="0"/>
            <p:nvPr/>
          </p:nvPicPr>
          <p:blipFill rotWithShape="1">
            <a:blip r:embed="rId8">
              <a:alphaModFix/>
            </a:blip>
            <a:srcRect b="0" l="0" r="0" t="0"/>
            <a:stretch/>
          </p:blipFill>
          <p:spPr>
            <a:xfrm>
              <a:off x="-196351" y="4436776"/>
              <a:ext cx="1423225" cy="1358350"/>
            </a:xfrm>
            <a:prstGeom prst="rect">
              <a:avLst/>
            </a:prstGeom>
            <a:noFill/>
            <a:ln>
              <a:noFill/>
            </a:ln>
          </p:spPr>
        </p:pic>
        <p:pic>
          <p:nvPicPr>
            <p:cNvPr id="1704" name="Google Shape;1704;p89"/>
            <p:cNvPicPr preferRelativeResize="0"/>
            <p:nvPr/>
          </p:nvPicPr>
          <p:blipFill rotWithShape="1">
            <a:blip r:embed="rId9">
              <a:alphaModFix/>
            </a:blip>
            <a:srcRect b="0" l="0" r="0" t="0"/>
            <a:stretch/>
          </p:blipFill>
          <p:spPr>
            <a:xfrm>
              <a:off x="-196342" y="3926472"/>
              <a:ext cx="554649" cy="485315"/>
            </a:xfrm>
            <a:prstGeom prst="rect">
              <a:avLst/>
            </a:prstGeom>
            <a:noFill/>
            <a:ln>
              <a:noFill/>
            </a:ln>
          </p:spPr>
        </p:pic>
      </p:grpSp>
      <p:grpSp>
        <p:nvGrpSpPr>
          <p:cNvPr id="1705" name="Google Shape;1705;p89"/>
          <p:cNvGrpSpPr/>
          <p:nvPr/>
        </p:nvGrpSpPr>
        <p:grpSpPr>
          <a:xfrm>
            <a:off x="7425243" y="1902430"/>
            <a:ext cx="2520911" cy="3892686"/>
            <a:chOff x="7425243" y="1902430"/>
            <a:chExt cx="2520911" cy="3892686"/>
          </a:xfrm>
        </p:grpSpPr>
        <p:pic>
          <p:nvPicPr>
            <p:cNvPr id="1706" name="Google Shape;1706;p89"/>
            <p:cNvPicPr preferRelativeResize="0"/>
            <p:nvPr/>
          </p:nvPicPr>
          <p:blipFill rotWithShape="1">
            <a:blip r:embed="rId2">
              <a:alphaModFix/>
            </a:blip>
            <a:srcRect b="0" l="0" r="0" t="0"/>
            <a:stretch/>
          </p:blipFill>
          <p:spPr>
            <a:xfrm rot="-377691">
              <a:off x="7584651" y="2654726"/>
              <a:ext cx="2202096" cy="3028796"/>
            </a:xfrm>
            <a:prstGeom prst="rect">
              <a:avLst/>
            </a:prstGeom>
            <a:noFill/>
            <a:ln>
              <a:noFill/>
            </a:ln>
          </p:spPr>
        </p:pic>
        <p:pic>
          <p:nvPicPr>
            <p:cNvPr id="1707" name="Google Shape;1707;p89"/>
            <p:cNvPicPr preferRelativeResize="0"/>
            <p:nvPr/>
          </p:nvPicPr>
          <p:blipFill rotWithShape="1">
            <a:blip r:embed="rId10">
              <a:alphaModFix/>
            </a:blip>
            <a:srcRect b="0" l="0" r="0" t="0"/>
            <a:stretch/>
          </p:blipFill>
          <p:spPr>
            <a:xfrm rot="-3904245">
              <a:off x="8617971" y="2016310"/>
              <a:ext cx="444766" cy="303486"/>
            </a:xfrm>
            <a:prstGeom prst="rect">
              <a:avLst/>
            </a:prstGeom>
            <a:noFill/>
            <a:ln>
              <a:noFill/>
            </a:ln>
          </p:spPr>
        </p:pic>
        <p:pic>
          <p:nvPicPr>
            <p:cNvPr id="1708" name="Google Shape;1708;p89"/>
            <p:cNvPicPr preferRelativeResize="0"/>
            <p:nvPr/>
          </p:nvPicPr>
          <p:blipFill rotWithShape="1">
            <a:blip r:embed="rId11">
              <a:alphaModFix/>
            </a:blip>
            <a:srcRect b="0" l="0" r="0" t="0"/>
            <a:stretch/>
          </p:blipFill>
          <p:spPr>
            <a:xfrm>
              <a:off x="8032720" y="4300174"/>
              <a:ext cx="977117" cy="977125"/>
            </a:xfrm>
            <a:prstGeom prst="rect">
              <a:avLst/>
            </a:prstGeom>
            <a:noFill/>
            <a:ln>
              <a:noFill/>
            </a:ln>
          </p:spPr>
        </p:pic>
      </p:grpSp>
      <p:pic>
        <p:nvPicPr>
          <p:cNvPr id="1709" name="Google Shape;1709;p89"/>
          <p:cNvPicPr preferRelativeResize="0"/>
          <p:nvPr/>
        </p:nvPicPr>
        <p:blipFill rotWithShape="1">
          <a:blip r:embed="rId12">
            <a:alphaModFix/>
          </a:blip>
          <a:srcRect b="0" l="0" r="0" t="0"/>
          <a:stretch/>
        </p:blipFill>
        <p:spPr>
          <a:xfrm>
            <a:off x="5764051" y="4734043"/>
            <a:ext cx="643602" cy="499705"/>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1_1_1_2_1_1">
    <p:spTree>
      <p:nvGrpSpPr>
        <p:cNvPr id="1710" name="Shape 1710"/>
        <p:cNvGrpSpPr/>
        <p:nvPr/>
      </p:nvGrpSpPr>
      <p:grpSpPr>
        <a:xfrm>
          <a:off x="0" y="0"/>
          <a:ext cx="0" cy="0"/>
          <a:chOff x="0" y="0"/>
          <a:chExt cx="0" cy="0"/>
        </a:xfrm>
      </p:grpSpPr>
      <p:sp>
        <p:nvSpPr>
          <p:cNvPr id="1711" name="Google Shape;1711;p90"/>
          <p:cNvSpPr txBox="1"/>
          <p:nvPr>
            <p:ph type="title"/>
          </p:nvPr>
        </p:nvSpPr>
        <p:spPr>
          <a:xfrm>
            <a:off x="720000" y="1084154"/>
            <a:ext cx="3259200" cy="176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712" name="Google Shape;1712;p90"/>
          <p:cNvSpPr txBox="1"/>
          <p:nvPr>
            <p:ph idx="1" type="subTitle"/>
          </p:nvPr>
        </p:nvSpPr>
        <p:spPr>
          <a:xfrm>
            <a:off x="720000" y="2821779"/>
            <a:ext cx="3259200" cy="119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3" name="Google Shape;1713;p90"/>
          <p:cNvSpPr/>
          <p:nvPr>
            <p:ph idx="2" type="pic"/>
          </p:nvPr>
        </p:nvSpPr>
        <p:spPr>
          <a:xfrm>
            <a:off x="4751800" y="733275"/>
            <a:ext cx="3677100" cy="3676800"/>
          </a:xfrm>
          <a:prstGeom prst="ellipse">
            <a:avLst/>
          </a:prstGeom>
          <a:noFill/>
          <a:ln>
            <a:noFill/>
          </a:ln>
        </p:spPr>
      </p:sp>
      <p:pic>
        <p:nvPicPr>
          <p:cNvPr id="1714" name="Google Shape;1714;p90"/>
          <p:cNvPicPr preferRelativeResize="0"/>
          <p:nvPr/>
        </p:nvPicPr>
        <p:blipFill rotWithShape="1">
          <a:blip r:embed="rId2">
            <a:alphaModFix/>
          </a:blip>
          <a:srcRect b="0" l="0" r="0" t="0"/>
          <a:stretch/>
        </p:blipFill>
        <p:spPr>
          <a:xfrm>
            <a:off x="4806025" y="384949"/>
            <a:ext cx="977117" cy="977125"/>
          </a:xfrm>
          <a:prstGeom prst="rect">
            <a:avLst/>
          </a:prstGeom>
          <a:noFill/>
          <a:ln>
            <a:noFill/>
          </a:ln>
        </p:spPr>
      </p:pic>
      <p:grpSp>
        <p:nvGrpSpPr>
          <p:cNvPr id="1715" name="Google Shape;1715;p90"/>
          <p:cNvGrpSpPr/>
          <p:nvPr/>
        </p:nvGrpSpPr>
        <p:grpSpPr>
          <a:xfrm>
            <a:off x="5327300" y="824062"/>
            <a:ext cx="3101595" cy="3495390"/>
            <a:chOff x="10045025" y="1973719"/>
            <a:chExt cx="3101596" cy="3495390"/>
          </a:xfrm>
        </p:grpSpPr>
        <p:grpSp>
          <p:nvGrpSpPr>
            <p:cNvPr id="1716" name="Google Shape;1716;p90"/>
            <p:cNvGrpSpPr/>
            <p:nvPr/>
          </p:nvGrpSpPr>
          <p:grpSpPr>
            <a:xfrm>
              <a:off x="10045158" y="1973719"/>
              <a:ext cx="3101463" cy="3489075"/>
              <a:chOff x="732279" y="296625"/>
              <a:chExt cx="2475428" cy="3761400"/>
            </a:xfrm>
          </p:grpSpPr>
          <p:cxnSp>
            <p:nvCxnSpPr>
              <p:cNvPr id="1717" name="Google Shape;1717;p90"/>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18" name="Google Shape;1718;p90"/>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19" name="Google Shape;1719;p90"/>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0" name="Google Shape;1720;p90"/>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1" name="Google Shape;1721;p90"/>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2" name="Google Shape;1722;p90"/>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3" name="Google Shape;1723;p90"/>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4" name="Google Shape;1724;p90"/>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5" name="Google Shape;1725;p90"/>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6" name="Google Shape;1726;p90"/>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7" name="Google Shape;1727;p90"/>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8" name="Google Shape;1728;p90"/>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29" name="Google Shape;1729;p90"/>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30" name="Google Shape;1730;p90"/>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31" name="Google Shape;1731;p90"/>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32" name="Google Shape;1732;p90"/>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33" name="Google Shape;1733;p90"/>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734" name="Google Shape;1734;p90"/>
            <p:cNvGrpSpPr/>
            <p:nvPr/>
          </p:nvGrpSpPr>
          <p:grpSpPr>
            <a:xfrm rot="5400000">
              <a:off x="9851137" y="2173846"/>
              <a:ext cx="3489151" cy="3101374"/>
              <a:chOff x="887000" y="296626"/>
              <a:chExt cx="2784860" cy="3343800"/>
            </a:xfrm>
          </p:grpSpPr>
          <p:cxnSp>
            <p:nvCxnSpPr>
              <p:cNvPr id="1735" name="Google Shape;1735;p90"/>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36" name="Google Shape;1736;p90"/>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37" name="Google Shape;1737;p90"/>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38" name="Google Shape;1738;p90"/>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39" name="Google Shape;1739;p90"/>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0" name="Google Shape;1740;p90"/>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1" name="Google Shape;1741;p90"/>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2" name="Google Shape;1742;p90"/>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3" name="Google Shape;1743;p90"/>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4" name="Google Shape;1744;p90"/>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5" name="Google Shape;1745;p90"/>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6" name="Google Shape;1746;p90"/>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7" name="Google Shape;1747;p90"/>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8" name="Google Shape;1748;p90"/>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49" name="Google Shape;1749;p90"/>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50" name="Google Shape;1750;p90"/>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51" name="Google Shape;1751;p90"/>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52" name="Google Shape;1752;p90"/>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53" name="Google Shape;1753;p90"/>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754" name="Google Shape;1754;p90"/>
          <p:cNvPicPr preferRelativeResize="0"/>
          <p:nvPr/>
        </p:nvPicPr>
        <p:blipFill rotWithShape="1">
          <a:blip r:embed="rId3">
            <a:alphaModFix/>
          </a:blip>
          <a:srcRect b="0" l="0" r="0" t="0"/>
          <a:stretch/>
        </p:blipFill>
        <p:spPr>
          <a:xfrm flipH="1" rot="5740570">
            <a:off x="-387823" y="-762060"/>
            <a:ext cx="2202095" cy="3028795"/>
          </a:xfrm>
          <a:prstGeom prst="rect">
            <a:avLst/>
          </a:prstGeom>
          <a:noFill/>
          <a:ln>
            <a:noFill/>
          </a:ln>
        </p:spPr>
      </p:pic>
      <p:grpSp>
        <p:nvGrpSpPr>
          <p:cNvPr id="1755" name="Google Shape;1755;p90"/>
          <p:cNvGrpSpPr/>
          <p:nvPr/>
        </p:nvGrpSpPr>
        <p:grpSpPr>
          <a:xfrm>
            <a:off x="322675" y="4155900"/>
            <a:ext cx="4178528" cy="1964874"/>
            <a:chOff x="322675" y="4155900"/>
            <a:chExt cx="4178528" cy="1964874"/>
          </a:xfrm>
        </p:grpSpPr>
        <p:pic>
          <p:nvPicPr>
            <p:cNvPr id="1756" name="Google Shape;1756;p90"/>
            <p:cNvPicPr preferRelativeResize="0"/>
            <p:nvPr/>
          </p:nvPicPr>
          <p:blipFill rotWithShape="1">
            <a:blip r:embed="rId4">
              <a:alphaModFix/>
            </a:blip>
            <a:srcRect b="9272" l="0" r="6059" t="0"/>
            <a:stretch/>
          </p:blipFill>
          <p:spPr>
            <a:xfrm>
              <a:off x="322675" y="4155900"/>
              <a:ext cx="1859701" cy="1964874"/>
            </a:xfrm>
            <a:prstGeom prst="rect">
              <a:avLst/>
            </a:prstGeom>
            <a:noFill/>
            <a:ln>
              <a:noFill/>
            </a:ln>
          </p:spPr>
        </p:pic>
        <p:pic>
          <p:nvPicPr>
            <p:cNvPr id="1757" name="Google Shape;1757;p90"/>
            <p:cNvPicPr preferRelativeResize="0"/>
            <p:nvPr/>
          </p:nvPicPr>
          <p:blipFill rotWithShape="1">
            <a:blip r:embed="rId5">
              <a:alphaModFix/>
            </a:blip>
            <a:srcRect b="0" l="0" r="0" t="0"/>
            <a:stretch/>
          </p:blipFill>
          <p:spPr>
            <a:xfrm>
              <a:off x="3682085" y="4762495"/>
              <a:ext cx="819118" cy="638750"/>
            </a:xfrm>
            <a:prstGeom prst="rect">
              <a:avLst/>
            </a:prstGeom>
            <a:noFill/>
            <a:ln>
              <a:noFill/>
            </a:ln>
          </p:spPr>
        </p:pic>
        <p:pic>
          <p:nvPicPr>
            <p:cNvPr id="1758" name="Google Shape;1758;p90"/>
            <p:cNvPicPr preferRelativeResize="0"/>
            <p:nvPr/>
          </p:nvPicPr>
          <p:blipFill rotWithShape="1">
            <a:blip r:embed="rId6">
              <a:alphaModFix/>
            </a:blip>
            <a:srcRect b="0" l="0" r="0" t="0"/>
            <a:stretch/>
          </p:blipFill>
          <p:spPr>
            <a:xfrm>
              <a:off x="2244627" y="4353945"/>
              <a:ext cx="537311" cy="509121"/>
            </a:xfrm>
            <a:prstGeom prst="rect">
              <a:avLst/>
            </a:prstGeom>
            <a:noFill/>
            <a:ln>
              <a:noFill/>
            </a:ln>
          </p:spPr>
        </p:pic>
      </p:grpSp>
      <p:pic>
        <p:nvPicPr>
          <p:cNvPr id="1759" name="Google Shape;1759;p90"/>
          <p:cNvPicPr preferRelativeResize="0"/>
          <p:nvPr/>
        </p:nvPicPr>
        <p:blipFill rotWithShape="1">
          <a:blip r:embed="rId7">
            <a:alphaModFix/>
          </a:blip>
          <a:srcRect b="0" l="0" r="0" t="0"/>
          <a:stretch/>
        </p:blipFill>
        <p:spPr>
          <a:xfrm>
            <a:off x="7259451" y="-299139"/>
            <a:ext cx="809724" cy="834132"/>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
    <p:spTree>
      <p:nvGrpSpPr>
        <p:cNvPr id="1760" name="Shape 1760"/>
        <p:cNvGrpSpPr/>
        <p:nvPr/>
      </p:nvGrpSpPr>
      <p:grpSpPr>
        <a:xfrm>
          <a:off x="0" y="0"/>
          <a:ext cx="0" cy="0"/>
          <a:chOff x="0" y="0"/>
          <a:chExt cx="0" cy="0"/>
        </a:xfrm>
      </p:grpSpPr>
      <p:sp>
        <p:nvSpPr>
          <p:cNvPr id="1761" name="Google Shape;1761;p91"/>
          <p:cNvSpPr txBox="1"/>
          <p:nvPr>
            <p:ph idx="1" type="subTitle"/>
          </p:nvPr>
        </p:nvSpPr>
        <p:spPr>
          <a:xfrm>
            <a:off x="4992025" y="10899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2" name="Google Shape;1762;p91"/>
          <p:cNvSpPr txBox="1"/>
          <p:nvPr>
            <p:ph idx="2" type="subTitle"/>
          </p:nvPr>
        </p:nvSpPr>
        <p:spPr>
          <a:xfrm>
            <a:off x="4992025" y="722405"/>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63" name="Google Shape;1763;p91"/>
          <p:cNvSpPr txBox="1"/>
          <p:nvPr>
            <p:ph idx="3" type="subTitle"/>
          </p:nvPr>
        </p:nvSpPr>
        <p:spPr>
          <a:xfrm>
            <a:off x="4992025" y="24407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4" name="Google Shape;1764;p91"/>
          <p:cNvSpPr txBox="1"/>
          <p:nvPr>
            <p:ph idx="4" type="subTitle"/>
          </p:nvPr>
        </p:nvSpPr>
        <p:spPr>
          <a:xfrm>
            <a:off x="4992025" y="2073203"/>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65" name="Google Shape;1765;p91"/>
          <p:cNvSpPr txBox="1"/>
          <p:nvPr>
            <p:ph idx="5" type="subTitle"/>
          </p:nvPr>
        </p:nvSpPr>
        <p:spPr>
          <a:xfrm>
            <a:off x="4992025" y="3791505"/>
            <a:ext cx="3437100" cy="557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6" name="Google Shape;1766;p91"/>
          <p:cNvSpPr txBox="1"/>
          <p:nvPr>
            <p:ph idx="6" type="subTitle"/>
          </p:nvPr>
        </p:nvSpPr>
        <p:spPr>
          <a:xfrm>
            <a:off x="4992025" y="3424001"/>
            <a:ext cx="3437100" cy="36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Font typeface="Bebas Neue"/>
              <a:buNone/>
              <a:defRPr sz="2000">
                <a:latin typeface="Taviraj Medium"/>
                <a:ea typeface="Taviraj Medium"/>
                <a:cs typeface="Taviraj Medium"/>
                <a:sym typeface="Taviraj Medium"/>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767" name="Google Shape;1767;p91"/>
          <p:cNvPicPr preferRelativeResize="0"/>
          <p:nvPr/>
        </p:nvPicPr>
        <p:blipFill rotWithShape="1">
          <a:blip r:embed="rId2">
            <a:alphaModFix/>
          </a:blip>
          <a:srcRect b="9272" l="0" r="6059" t="0"/>
          <a:stretch/>
        </p:blipFill>
        <p:spPr>
          <a:xfrm flipH="1">
            <a:off x="1753354" y="3791500"/>
            <a:ext cx="1859701" cy="1964874"/>
          </a:xfrm>
          <a:prstGeom prst="rect">
            <a:avLst/>
          </a:prstGeom>
          <a:noFill/>
          <a:ln>
            <a:noFill/>
          </a:ln>
        </p:spPr>
      </p:pic>
      <p:pic>
        <p:nvPicPr>
          <p:cNvPr id="1768" name="Google Shape;1768;p91"/>
          <p:cNvPicPr preferRelativeResize="0"/>
          <p:nvPr/>
        </p:nvPicPr>
        <p:blipFill rotWithShape="1">
          <a:blip r:embed="rId3">
            <a:alphaModFix/>
          </a:blip>
          <a:srcRect b="0" l="0" r="0" t="0"/>
          <a:stretch/>
        </p:blipFill>
        <p:spPr>
          <a:xfrm flipH="1">
            <a:off x="4645028" y="4762495"/>
            <a:ext cx="819118" cy="638750"/>
          </a:xfrm>
          <a:prstGeom prst="rect">
            <a:avLst/>
          </a:prstGeom>
          <a:noFill/>
          <a:ln>
            <a:noFill/>
          </a:ln>
        </p:spPr>
      </p:pic>
      <p:pic>
        <p:nvPicPr>
          <p:cNvPr id="1769" name="Google Shape;1769;p91"/>
          <p:cNvPicPr preferRelativeResize="0"/>
          <p:nvPr/>
        </p:nvPicPr>
        <p:blipFill rotWithShape="1">
          <a:blip r:embed="rId4">
            <a:alphaModFix/>
          </a:blip>
          <a:srcRect b="0" l="0" r="0" t="0"/>
          <a:stretch/>
        </p:blipFill>
        <p:spPr>
          <a:xfrm rot="-2339220">
            <a:off x="7474830" y="-876360"/>
            <a:ext cx="2202097" cy="3028793"/>
          </a:xfrm>
          <a:prstGeom prst="rect">
            <a:avLst/>
          </a:prstGeom>
          <a:noFill/>
          <a:ln>
            <a:noFill/>
          </a:ln>
        </p:spPr>
      </p:pic>
      <p:pic>
        <p:nvPicPr>
          <p:cNvPr id="1770" name="Google Shape;1770;p91"/>
          <p:cNvPicPr preferRelativeResize="0"/>
          <p:nvPr/>
        </p:nvPicPr>
        <p:blipFill rotWithShape="1">
          <a:blip r:embed="rId5">
            <a:alphaModFix/>
          </a:blip>
          <a:srcRect b="0" l="0" r="0" t="0"/>
          <a:stretch/>
        </p:blipFill>
        <p:spPr>
          <a:xfrm flipH="1">
            <a:off x="545913" y="-591801"/>
            <a:ext cx="977117" cy="977125"/>
          </a:xfrm>
          <a:prstGeom prst="rect">
            <a:avLst/>
          </a:prstGeom>
          <a:noFill/>
          <a:ln>
            <a:noFill/>
          </a:ln>
        </p:spPr>
      </p:pic>
      <p:pic>
        <p:nvPicPr>
          <p:cNvPr id="1771" name="Google Shape;1771;p91"/>
          <p:cNvPicPr preferRelativeResize="0"/>
          <p:nvPr/>
        </p:nvPicPr>
        <p:blipFill rotWithShape="1">
          <a:blip r:embed="rId6">
            <a:alphaModFix/>
          </a:blip>
          <a:srcRect b="0" l="0" r="0" t="0"/>
          <a:stretch/>
        </p:blipFill>
        <p:spPr>
          <a:xfrm flipH="1">
            <a:off x="715092" y="4349208"/>
            <a:ext cx="638761" cy="435853"/>
          </a:xfrm>
          <a:prstGeom prst="rect">
            <a:avLst/>
          </a:prstGeom>
          <a:noFill/>
          <a:ln>
            <a:noFill/>
          </a:ln>
        </p:spPr>
      </p:pic>
      <p:pic>
        <p:nvPicPr>
          <p:cNvPr id="1772" name="Google Shape;1772;p91"/>
          <p:cNvPicPr preferRelativeResize="0"/>
          <p:nvPr/>
        </p:nvPicPr>
        <p:blipFill rotWithShape="1">
          <a:blip r:embed="rId7">
            <a:alphaModFix/>
          </a:blip>
          <a:srcRect b="0" l="0" r="0" t="0"/>
          <a:stretch/>
        </p:blipFill>
        <p:spPr>
          <a:xfrm flipH="1">
            <a:off x="-350572" y="1486579"/>
            <a:ext cx="1124450" cy="1073233"/>
          </a:xfrm>
          <a:prstGeom prst="rect">
            <a:avLst/>
          </a:prstGeom>
          <a:noFill/>
          <a:ln>
            <a:noFill/>
          </a:ln>
        </p:spPr>
      </p:pic>
      <p:grpSp>
        <p:nvGrpSpPr>
          <p:cNvPr id="1773" name="Google Shape;1773;p91"/>
          <p:cNvGrpSpPr/>
          <p:nvPr/>
        </p:nvGrpSpPr>
        <p:grpSpPr>
          <a:xfrm flipH="1">
            <a:off x="717334" y="824062"/>
            <a:ext cx="3101596" cy="3495390"/>
            <a:chOff x="10045025" y="1973719"/>
            <a:chExt cx="3101596" cy="3495390"/>
          </a:xfrm>
        </p:grpSpPr>
        <p:grpSp>
          <p:nvGrpSpPr>
            <p:cNvPr id="1774" name="Google Shape;1774;p91"/>
            <p:cNvGrpSpPr/>
            <p:nvPr/>
          </p:nvGrpSpPr>
          <p:grpSpPr>
            <a:xfrm>
              <a:off x="10045158" y="1973719"/>
              <a:ext cx="3101463" cy="3489075"/>
              <a:chOff x="732279" y="296625"/>
              <a:chExt cx="2475428" cy="3761400"/>
            </a:xfrm>
          </p:grpSpPr>
          <p:cxnSp>
            <p:nvCxnSpPr>
              <p:cNvPr id="1775" name="Google Shape;1775;p91"/>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76" name="Google Shape;1776;p91"/>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77" name="Google Shape;1777;p91"/>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78" name="Google Shape;1778;p91"/>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79" name="Google Shape;1779;p91"/>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0" name="Google Shape;1780;p91"/>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1" name="Google Shape;1781;p91"/>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2" name="Google Shape;1782;p91"/>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3" name="Google Shape;1783;p91"/>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4" name="Google Shape;1784;p91"/>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5" name="Google Shape;1785;p91"/>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6" name="Google Shape;1786;p91"/>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7" name="Google Shape;1787;p91"/>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8" name="Google Shape;1788;p91"/>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89" name="Google Shape;1789;p91"/>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90" name="Google Shape;1790;p91"/>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791" name="Google Shape;1791;p91"/>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792" name="Google Shape;1792;p91"/>
            <p:cNvGrpSpPr/>
            <p:nvPr/>
          </p:nvGrpSpPr>
          <p:grpSpPr>
            <a:xfrm rot="5400000">
              <a:off x="9851137" y="2173846"/>
              <a:ext cx="3489151" cy="3101374"/>
              <a:chOff x="887000" y="296626"/>
              <a:chExt cx="2784860" cy="3343800"/>
            </a:xfrm>
          </p:grpSpPr>
          <p:cxnSp>
            <p:nvCxnSpPr>
              <p:cNvPr id="1793" name="Google Shape;1793;p91"/>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4" name="Google Shape;1794;p91"/>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5" name="Google Shape;1795;p91"/>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6" name="Google Shape;1796;p91"/>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7" name="Google Shape;1797;p91"/>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8" name="Google Shape;1798;p91"/>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799" name="Google Shape;1799;p91"/>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0" name="Google Shape;1800;p91"/>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1" name="Google Shape;1801;p91"/>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2" name="Google Shape;1802;p91"/>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3" name="Google Shape;1803;p91"/>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4" name="Google Shape;1804;p91"/>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5" name="Google Shape;1805;p91"/>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6" name="Google Shape;1806;p91"/>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7" name="Google Shape;1807;p91"/>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8" name="Google Shape;1808;p91"/>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09" name="Google Shape;1809;p91"/>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10" name="Google Shape;1810;p91"/>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11" name="Google Shape;1811;p91"/>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12" name="Shape 1812"/>
        <p:cNvGrpSpPr/>
        <p:nvPr/>
      </p:nvGrpSpPr>
      <p:grpSpPr>
        <a:xfrm>
          <a:off x="0" y="0"/>
          <a:ext cx="0" cy="0"/>
          <a:chOff x="0" y="0"/>
          <a:chExt cx="0" cy="0"/>
        </a:xfrm>
      </p:grpSpPr>
      <p:sp>
        <p:nvSpPr>
          <p:cNvPr id="1813" name="Google Shape;1813;p92"/>
          <p:cNvSpPr txBox="1"/>
          <p:nvPr>
            <p:ph type="title"/>
          </p:nvPr>
        </p:nvSpPr>
        <p:spPr>
          <a:xfrm>
            <a:off x="1123375" y="1015623"/>
            <a:ext cx="6897300" cy="2871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8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pic>
        <p:nvPicPr>
          <p:cNvPr id="1814" name="Google Shape;1814;p92"/>
          <p:cNvPicPr preferRelativeResize="0"/>
          <p:nvPr/>
        </p:nvPicPr>
        <p:blipFill rotWithShape="1">
          <a:blip r:embed="rId2">
            <a:alphaModFix/>
          </a:blip>
          <a:srcRect b="0" l="0" r="0" t="0"/>
          <a:stretch/>
        </p:blipFill>
        <p:spPr>
          <a:xfrm flipH="1" rot="5740570">
            <a:off x="7756052" y="3809940"/>
            <a:ext cx="2202095" cy="3028795"/>
          </a:xfrm>
          <a:prstGeom prst="rect">
            <a:avLst/>
          </a:prstGeom>
          <a:noFill/>
          <a:ln>
            <a:noFill/>
          </a:ln>
        </p:spPr>
      </p:pic>
      <p:pic>
        <p:nvPicPr>
          <p:cNvPr id="1815" name="Google Shape;1815;p92"/>
          <p:cNvPicPr preferRelativeResize="0"/>
          <p:nvPr/>
        </p:nvPicPr>
        <p:blipFill rotWithShape="1">
          <a:blip r:embed="rId2">
            <a:alphaModFix/>
          </a:blip>
          <a:srcRect b="0" l="0" r="0" t="0"/>
          <a:stretch/>
        </p:blipFill>
        <p:spPr>
          <a:xfrm flipH="1" rot="5740570">
            <a:off x="-387823" y="-762060"/>
            <a:ext cx="2202095" cy="3028795"/>
          </a:xfrm>
          <a:prstGeom prst="rect">
            <a:avLst/>
          </a:prstGeom>
          <a:noFill/>
          <a:ln>
            <a:noFill/>
          </a:ln>
        </p:spPr>
      </p:pic>
      <p:grpSp>
        <p:nvGrpSpPr>
          <p:cNvPr id="1816" name="Google Shape;1816;p92"/>
          <p:cNvGrpSpPr/>
          <p:nvPr/>
        </p:nvGrpSpPr>
        <p:grpSpPr>
          <a:xfrm>
            <a:off x="-518450" y="2831236"/>
            <a:ext cx="1523978" cy="1886409"/>
            <a:chOff x="-518450" y="2831236"/>
            <a:chExt cx="1523978" cy="1886409"/>
          </a:xfrm>
        </p:grpSpPr>
        <p:pic>
          <p:nvPicPr>
            <p:cNvPr id="1817" name="Google Shape;1817;p92"/>
            <p:cNvPicPr preferRelativeResize="0"/>
            <p:nvPr/>
          </p:nvPicPr>
          <p:blipFill rotWithShape="1">
            <a:blip r:embed="rId3">
              <a:alphaModFix/>
            </a:blip>
            <a:srcRect b="0" l="0" r="0" t="0"/>
            <a:stretch/>
          </p:blipFill>
          <p:spPr>
            <a:xfrm>
              <a:off x="186410" y="4078895"/>
              <a:ext cx="819118" cy="638750"/>
            </a:xfrm>
            <a:prstGeom prst="rect">
              <a:avLst/>
            </a:prstGeom>
            <a:noFill/>
            <a:ln>
              <a:noFill/>
            </a:ln>
          </p:spPr>
        </p:pic>
        <p:pic>
          <p:nvPicPr>
            <p:cNvPr id="1818" name="Google Shape;1818;p92"/>
            <p:cNvPicPr preferRelativeResize="0"/>
            <p:nvPr/>
          </p:nvPicPr>
          <p:blipFill rotWithShape="1">
            <a:blip r:embed="rId4">
              <a:alphaModFix/>
            </a:blip>
            <a:srcRect b="0" l="0" r="0" t="0"/>
            <a:stretch/>
          </p:blipFill>
          <p:spPr>
            <a:xfrm>
              <a:off x="-518450" y="2831236"/>
              <a:ext cx="977117" cy="977125"/>
            </a:xfrm>
            <a:prstGeom prst="rect">
              <a:avLst/>
            </a:prstGeom>
            <a:noFill/>
            <a:ln>
              <a:noFill/>
            </a:ln>
          </p:spPr>
        </p:pic>
      </p:grpSp>
      <p:grpSp>
        <p:nvGrpSpPr>
          <p:cNvPr id="1819" name="Google Shape;1819;p92"/>
          <p:cNvGrpSpPr/>
          <p:nvPr/>
        </p:nvGrpSpPr>
        <p:grpSpPr>
          <a:xfrm>
            <a:off x="2329098" y="4135354"/>
            <a:ext cx="2173974" cy="2074951"/>
            <a:chOff x="2329098" y="4135354"/>
            <a:chExt cx="2173974" cy="2074951"/>
          </a:xfrm>
        </p:grpSpPr>
        <p:pic>
          <p:nvPicPr>
            <p:cNvPr id="1820" name="Google Shape;1820;p92"/>
            <p:cNvPicPr preferRelativeResize="0"/>
            <p:nvPr/>
          </p:nvPicPr>
          <p:blipFill rotWithShape="1">
            <a:blip r:embed="rId5">
              <a:alphaModFix/>
            </a:blip>
            <a:srcRect b="0" l="0" r="0" t="0"/>
            <a:stretch/>
          </p:blipFill>
          <p:spPr>
            <a:xfrm>
              <a:off x="2329098" y="4135354"/>
              <a:ext cx="2173974" cy="2074951"/>
            </a:xfrm>
            <a:prstGeom prst="rect">
              <a:avLst/>
            </a:prstGeom>
            <a:noFill/>
            <a:ln>
              <a:noFill/>
            </a:ln>
          </p:spPr>
        </p:pic>
        <p:pic>
          <p:nvPicPr>
            <p:cNvPr id="1821" name="Google Shape;1821;p92"/>
            <p:cNvPicPr preferRelativeResize="0"/>
            <p:nvPr/>
          </p:nvPicPr>
          <p:blipFill rotWithShape="1">
            <a:blip r:embed="rId6">
              <a:alphaModFix/>
            </a:blip>
            <a:srcRect b="0" l="0" r="0" t="0"/>
            <a:stretch/>
          </p:blipFill>
          <p:spPr>
            <a:xfrm>
              <a:off x="3786040" y="4717658"/>
              <a:ext cx="537311" cy="509121"/>
            </a:xfrm>
            <a:prstGeom prst="rect">
              <a:avLst/>
            </a:prstGeom>
            <a:noFill/>
            <a:ln>
              <a:noFill/>
            </a:ln>
          </p:spPr>
        </p:pic>
      </p:grpSp>
      <p:pic>
        <p:nvPicPr>
          <p:cNvPr id="1822" name="Google Shape;1822;p92"/>
          <p:cNvPicPr preferRelativeResize="0"/>
          <p:nvPr/>
        </p:nvPicPr>
        <p:blipFill rotWithShape="1">
          <a:blip r:embed="rId7">
            <a:alphaModFix/>
          </a:blip>
          <a:srcRect b="0" l="0" r="0" t="0"/>
          <a:stretch/>
        </p:blipFill>
        <p:spPr>
          <a:xfrm>
            <a:off x="6487926" y="-299139"/>
            <a:ext cx="809724" cy="834132"/>
          </a:xfrm>
          <a:prstGeom prst="rect">
            <a:avLst/>
          </a:prstGeom>
          <a:noFill/>
          <a:ln>
            <a:noFill/>
          </a:ln>
        </p:spPr>
      </p:pic>
      <p:pic>
        <p:nvPicPr>
          <p:cNvPr id="1823" name="Google Shape;1823;p92"/>
          <p:cNvPicPr preferRelativeResize="0"/>
          <p:nvPr/>
        </p:nvPicPr>
        <p:blipFill rotWithShape="1">
          <a:blip r:embed="rId8">
            <a:alphaModFix/>
          </a:blip>
          <a:srcRect b="9272" l="0" r="6059" t="0"/>
          <a:stretch/>
        </p:blipFill>
        <p:spPr>
          <a:xfrm>
            <a:off x="3124850" y="-1063800"/>
            <a:ext cx="1859701" cy="1964874"/>
          </a:xfrm>
          <a:prstGeom prst="rect">
            <a:avLst/>
          </a:prstGeom>
          <a:noFill/>
          <a:ln>
            <a:noFill/>
          </a:ln>
        </p:spPr>
      </p:pic>
      <p:pic>
        <p:nvPicPr>
          <p:cNvPr id="1824" name="Google Shape;1824;p92"/>
          <p:cNvPicPr preferRelativeResize="0"/>
          <p:nvPr/>
        </p:nvPicPr>
        <p:blipFill rotWithShape="1">
          <a:blip r:embed="rId9">
            <a:alphaModFix/>
          </a:blip>
          <a:srcRect b="0" l="0" r="0" t="0"/>
          <a:stretch/>
        </p:blipFill>
        <p:spPr>
          <a:xfrm>
            <a:off x="8361677" y="1520733"/>
            <a:ext cx="638761" cy="4358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_1_1_2_1_1_1">
    <p:spTree>
      <p:nvGrpSpPr>
        <p:cNvPr id="1825" name="Shape 1825"/>
        <p:cNvGrpSpPr/>
        <p:nvPr/>
      </p:nvGrpSpPr>
      <p:grpSpPr>
        <a:xfrm>
          <a:off x="0" y="0"/>
          <a:ext cx="0" cy="0"/>
          <a:chOff x="0" y="0"/>
          <a:chExt cx="0" cy="0"/>
        </a:xfrm>
      </p:grpSpPr>
      <p:sp>
        <p:nvSpPr>
          <p:cNvPr id="1826" name="Google Shape;1826;p93"/>
          <p:cNvSpPr txBox="1"/>
          <p:nvPr>
            <p:ph type="title"/>
          </p:nvPr>
        </p:nvSpPr>
        <p:spPr>
          <a:xfrm>
            <a:off x="720000" y="1391377"/>
            <a:ext cx="2946600" cy="119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27" name="Google Shape;1827;p93"/>
          <p:cNvSpPr txBox="1"/>
          <p:nvPr>
            <p:ph idx="1" type="subTitle"/>
          </p:nvPr>
        </p:nvSpPr>
        <p:spPr>
          <a:xfrm>
            <a:off x="720000" y="2553025"/>
            <a:ext cx="2946600" cy="119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28" name="Google Shape;1828;p93"/>
          <p:cNvGrpSpPr/>
          <p:nvPr/>
        </p:nvGrpSpPr>
        <p:grpSpPr>
          <a:xfrm>
            <a:off x="5327300" y="824062"/>
            <a:ext cx="3101595" cy="3495390"/>
            <a:chOff x="10045025" y="1973719"/>
            <a:chExt cx="3101596" cy="3495390"/>
          </a:xfrm>
        </p:grpSpPr>
        <p:grpSp>
          <p:nvGrpSpPr>
            <p:cNvPr id="1829" name="Google Shape;1829;p93"/>
            <p:cNvGrpSpPr/>
            <p:nvPr/>
          </p:nvGrpSpPr>
          <p:grpSpPr>
            <a:xfrm>
              <a:off x="10045158" y="1973719"/>
              <a:ext cx="3101463" cy="3489075"/>
              <a:chOff x="732279" y="296625"/>
              <a:chExt cx="2475428" cy="3761400"/>
            </a:xfrm>
          </p:grpSpPr>
          <p:cxnSp>
            <p:nvCxnSpPr>
              <p:cNvPr id="1830" name="Google Shape;1830;p93"/>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1" name="Google Shape;1831;p93"/>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2" name="Google Shape;1832;p93"/>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3" name="Google Shape;1833;p93"/>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4" name="Google Shape;1834;p93"/>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5" name="Google Shape;1835;p93"/>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6" name="Google Shape;1836;p93"/>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7" name="Google Shape;1837;p93"/>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8" name="Google Shape;1838;p93"/>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39" name="Google Shape;1839;p93"/>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0" name="Google Shape;1840;p93"/>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1" name="Google Shape;1841;p93"/>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2" name="Google Shape;1842;p93"/>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3" name="Google Shape;1843;p93"/>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4" name="Google Shape;1844;p93"/>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5" name="Google Shape;1845;p93"/>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846" name="Google Shape;1846;p93"/>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847" name="Google Shape;1847;p93"/>
            <p:cNvGrpSpPr/>
            <p:nvPr/>
          </p:nvGrpSpPr>
          <p:grpSpPr>
            <a:xfrm rot="5400000">
              <a:off x="9851137" y="2173846"/>
              <a:ext cx="3489151" cy="3101374"/>
              <a:chOff x="887000" y="296626"/>
              <a:chExt cx="2784860" cy="3343800"/>
            </a:xfrm>
          </p:grpSpPr>
          <p:cxnSp>
            <p:nvCxnSpPr>
              <p:cNvPr id="1848" name="Google Shape;1848;p93"/>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49" name="Google Shape;1849;p93"/>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0" name="Google Shape;1850;p93"/>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1" name="Google Shape;1851;p93"/>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2" name="Google Shape;1852;p93"/>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3" name="Google Shape;1853;p93"/>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4" name="Google Shape;1854;p93"/>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5" name="Google Shape;1855;p93"/>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6" name="Google Shape;1856;p93"/>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7" name="Google Shape;1857;p93"/>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8" name="Google Shape;1858;p93"/>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59" name="Google Shape;1859;p93"/>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0" name="Google Shape;1860;p93"/>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1" name="Google Shape;1861;p93"/>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2" name="Google Shape;1862;p93"/>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3" name="Google Shape;1863;p93"/>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4" name="Google Shape;1864;p93"/>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5" name="Google Shape;1865;p93"/>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866" name="Google Shape;1866;p93"/>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867" name="Google Shape;1867;p93"/>
          <p:cNvPicPr preferRelativeResize="0"/>
          <p:nvPr/>
        </p:nvPicPr>
        <p:blipFill rotWithShape="1">
          <a:blip r:embed="rId2">
            <a:alphaModFix/>
          </a:blip>
          <a:srcRect b="0" l="0" r="0" t="0"/>
          <a:stretch/>
        </p:blipFill>
        <p:spPr>
          <a:xfrm>
            <a:off x="7154676" y="-266489"/>
            <a:ext cx="809724" cy="834132"/>
          </a:xfrm>
          <a:prstGeom prst="rect">
            <a:avLst/>
          </a:prstGeom>
          <a:noFill/>
          <a:ln>
            <a:noFill/>
          </a:ln>
        </p:spPr>
      </p:pic>
      <p:pic>
        <p:nvPicPr>
          <p:cNvPr id="1868" name="Google Shape;1868;p93"/>
          <p:cNvPicPr preferRelativeResize="0"/>
          <p:nvPr/>
        </p:nvPicPr>
        <p:blipFill rotWithShape="1">
          <a:blip r:embed="rId3">
            <a:alphaModFix/>
          </a:blip>
          <a:srcRect b="0" l="0" r="0" t="0"/>
          <a:stretch/>
        </p:blipFill>
        <p:spPr>
          <a:xfrm flipH="1" rot="3074662">
            <a:off x="-540225" y="-650411"/>
            <a:ext cx="2202096" cy="3028796"/>
          </a:xfrm>
          <a:prstGeom prst="rect">
            <a:avLst/>
          </a:prstGeom>
          <a:noFill/>
          <a:ln>
            <a:noFill/>
          </a:ln>
        </p:spPr>
      </p:pic>
      <p:pic>
        <p:nvPicPr>
          <p:cNvPr id="1869" name="Google Shape;1869;p93"/>
          <p:cNvPicPr preferRelativeResize="0"/>
          <p:nvPr/>
        </p:nvPicPr>
        <p:blipFill rotWithShape="1">
          <a:blip r:embed="rId4">
            <a:alphaModFix/>
          </a:blip>
          <a:srcRect b="0" l="0" r="0" t="0"/>
          <a:stretch/>
        </p:blipFill>
        <p:spPr>
          <a:xfrm>
            <a:off x="8558545" y="474136"/>
            <a:ext cx="977117" cy="977125"/>
          </a:xfrm>
          <a:prstGeom prst="rect">
            <a:avLst/>
          </a:prstGeom>
          <a:noFill/>
          <a:ln>
            <a:noFill/>
          </a:ln>
        </p:spPr>
      </p:pic>
      <p:pic>
        <p:nvPicPr>
          <p:cNvPr id="1870" name="Google Shape;1870;p93"/>
          <p:cNvPicPr preferRelativeResize="0"/>
          <p:nvPr/>
        </p:nvPicPr>
        <p:blipFill rotWithShape="1">
          <a:blip r:embed="rId5">
            <a:alphaModFix/>
          </a:blip>
          <a:srcRect b="9272" l="0" r="6059" t="0"/>
          <a:stretch/>
        </p:blipFill>
        <p:spPr>
          <a:xfrm>
            <a:off x="-124675" y="4155900"/>
            <a:ext cx="1859701" cy="1964874"/>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71" name="Shape 1871"/>
        <p:cNvGrpSpPr/>
        <p:nvPr/>
      </p:nvGrpSpPr>
      <p:grpSpPr>
        <a:xfrm>
          <a:off x="0" y="0"/>
          <a:ext cx="0" cy="0"/>
          <a:chOff x="0" y="0"/>
          <a:chExt cx="0" cy="0"/>
        </a:xfrm>
      </p:grpSpPr>
      <p:sp>
        <p:nvSpPr>
          <p:cNvPr id="1872" name="Google Shape;1872;p94"/>
          <p:cNvSpPr txBox="1"/>
          <p:nvPr>
            <p:ph idx="1" type="subTitle"/>
          </p:nvPr>
        </p:nvSpPr>
        <p:spPr>
          <a:xfrm>
            <a:off x="1413675"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873" name="Google Shape;1873;p94"/>
          <p:cNvSpPr txBox="1"/>
          <p:nvPr>
            <p:ph idx="2" type="subTitle"/>
          </p:nvPr>
        </p:nvSpPr>
        <p:spPr>
          <a:xfrm>
            <a:off x="4931623" y="3583750"/>
            <a:ext cx="2798700" cy="40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latin typeface="Taviraj Medium"/>
                <a:ea typeface="Taviraj Medium"/>
                <a:cs typeface="Taviraj Medium"/>
                <a:sym typeface="Taviraj Medium"/>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874" name="Google Shape;1874;p9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75" name="Google Shape;1875;p94"/>
          <p:cNvSpPr txBox="1"/>
          <p:nvPr>
            <p:ph idx="3" type="subTitle"/>
          </p:nvPr>
        </p:nvSpPr>
        <p:spPr>
          <a:xfrm>
            <a:off x="1413675"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76" name="Google Shape;1876;p94"/>
          <p:cNvSpPr txBox="1"/>
          <p:nvPr>
            <p:ph idx="4" type="subTitle"/>
          </p:nvPr>
        </p:nvSpPr>
        <p:spPr>
          <a:xfrm>
            <a:off x="4931623" y="3906234"/>
            <a:ext cx="2798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77" name="Google Shape;1877;p94"/>
          <p:cNvGrpSpPr/>
          <p:nvPr/>
        </p:nvGrpSpPr>
        <p:grpSpPr>
          <a:xfrm flipH="1">
            <a:off x="6938389" y="3878009"/>
            <a:ext cx="2582150" cy="1707619"/>
            <a:chOff x="-479021" y="3878009"/>
            <a:chExt cx="2582150" cy="1707619"/>
          </a:xfrm>
        </p:grpSpPr>
        <p:pic>
          <p:nvPicPr>
            <p:cNvPr id="1878" name="Google Shape;1878;p94"/>
            <p:cNvPicPr preferRelativeResize="0"/>
            <p:nvPr/>
          </p:nvPicPr>
          <p:blipFill rotWithShape="1">
            <a:blip r:embed="rId2">
              <a:alphaModFix/>
            </a:blip>
            <a:srcRect b="0" l="0" r="0" t="0"/>
            <a:stretch/>
          </p:blipFill>
          <p:spPr>
            <a:xfrm>
              <a:off x="1126004" y="4608503"/>
              <a:ext cx="977125" cy="977125"/>
            </a:xfrm>
            <a:prstGeom prst="rect">
              <a:avLst/>
            </a:prstGeom>
            <a:noFill/>
            <a:ln>
              <a:noFill/>
            </a:ln>
          </p:spPr>
        </p:pic>
        <p:pic>
          <p:nvPicPr>
            <p:cNvPr id="1879" name="Google Shape;1879;p94"/>
            <p:cNvPicPr preferRelativeResize="0"/>
            <p:nvPr/>
          </p:nvPicPr>
          <p:blipFill rotWithShape="1">
            <a:blip r:embed="rId3">
              <a:alphaModFix/>
            </a:blip>
            <a:srcRect b="0" l="0" r="0" t="0"/>
            <a:stretch/>
          </p:blipFill>
          <p:spPr>
            <a:xfrm>
              <a:off x="-479021" y="3878009"/>
              <a:ext cx="1530901" cy="1461128"/>
            </a:xfrm>
            <a:prstGeom prst="rect">
              <a:avLst/>
            </a:prstGeom>
            <a:noFill/>
            <a:ln>
              <a:noFill/>
            </a:ln>
          </p:spPr>
        </p:pic>
        <p:pic>
          <p:nvPicPr>
            <p:cNvPr id="1880" name="Google Shape;1880;p94"/>
            <p:cNvPicPr preferRelativeResize="0"/>
            <p:nvPr/>
          </p:nvPicPr>
          <p:blipFill rotWithShape="1">
            <a:blip r:embed="rId4">
              <a:alphaModFix/>
            </a:blip>
            <a:srcRect b="0" l="0" r="0" t="0"/>
            <a:stretch/>
          </p:blipFill>
          <p:spPr>
            <a:xfrm>
              <a:off x="540406" y="4734060"/>
              <a:ext cx="511481" cy="409444"/>
            </a:xfrm>
            <a:prstGeom prst="rect">
              <a:avLst/>
            </a:prstGeom>
            <a:noFill/>
            <a:ln>
              <a:noFill/>
            </a:ln>
          </p:spPr>
        </p:pic>
      </p:grpSp>
      <p:grpSp>
        <p:nvGrpSpPr>
          <p:cNvPr id="1881" name="Google Shape;1881;p94"/>
          <p:cNvGrpSpPr/>
          <p:nvPr/>
        </p:nvGrpSpPr>
        <p:grpSpPr>
          <a:xfrm flipH="1">
            <a:off x="-799863" y="1988960"/>
            <a:ext cx="2520911" cy="3694556"/>
            <a:chOff x="7320468" y="1988960"/>
            <a:chExt cx="2520911" cy="3694556"/>
          </a:xfrm>
        </p:grpSpPr>
        <p:pic>
          <p:nvPicPr>
            <p:cNvPr id="1882" name="Google Shape;1882;p94"/>
            <p:cNvPicPr preferRelativeResize="0"/>
            <p:nvPr/>
          </p:nvPicPr>
          <p:blipFill rotWithShape="1">
            <a:blip r:embed="rId5">
              <a:alphaModFix/>
            </a:blip>
            <a:srcRect b="0" l="0" r="0" t="0"/>
            <a:stretch/>
          </p:blipFill>
          <p:spPr>
            <a:xfrm rot="-377691">
              <a:off x="7479876" y="2543126"/>
              <a:ext cx="2202096" cy="3028796"/>
            </a:xfrm>
            <a:prstGeom prst="rect">
              <a:avLst/>
            </a:prstGeom>
            <a:noFill/>
            <a:ln>
              <a:noFill/>
            </a:ln>
          </p:spPr>
        </p:pic>
        <p:pic>
          <p:nvPicPr>
            <p:cNvPr id="1883" name="Google Shape;1883;p94"/>
            <p:cNvPicPr preferRelativeResize="0"/>
            <p:nvPr/>
          </p:nvPicPr>
          <p:blipFill rotWithShape="1">
            <a:blip r:embed="rId6">
              <a:alphaModFix/>
            </a:blip>
            <a:srcRect b="0" l="0" r="0" t="0"/>
            <a:stretch/>
          </p:blipFill>
          <p:spPr>
            <a:xfrm>
              <a:off x="7730328" y="4661450"/>
              <a:ext cx="570347" cy="554646"/>
            </a:xfrm>
            <a:prstGeom prst="rect">
              <a:avLst/>
            </a:prstGeom>
            <a:noFill/>
            <a:ln>
              <a:noFill/>
            </a:ln>
          </p:spPr>
        </p:pic>
        <p:pic>
          <p:nvPicPr>
            <p:cNvPr id="1884" name="Google Shape;1884;p94"/>
            <p:cNvPicPr preferRelativeResize="0"/>
            <p:nvPr/>
          </p:nvPicPr>
          <p:blipFill rotWithShape="1">
            <a:blip r:embed="rId7">
              <a:alphaModFix/>
            </a:blip>
            <a:srcRect b="0" l="0" r="0" t="0"/>
            <a:stretch/>
          </p:blipFill>
          <p:spPr>
            <a:xfrm>
              <a:off x="8568433" y="1988960"/>
              <a:ext cx="554649" cy="485315"/>
            </a:xfrm>
            <a:prstGeom prst="rect">
              <a:avLst/>
            </a:prstGeom>
            <a:noFill/>
            <a:ln>
              <a:noFill/>
            </a:ln>
          </p:spPr>
        </p:pic>
      </p:grpSp>
      <p:grpSp>
        <p:nvGrpSpPr>
          <p:cNvPr id="1885" name="Google Shape;1885;p94"/>
          <p:cNvGrpSpPr/>
          <p:nvPr/>
        </p:nvGrpSpPr>
        <p:grpSpPr>
          <a:xfrm flipH="1">
            <a:off x="-504020" y="-113076"/>
            <a:ext cx="1337141" cy="1575572"/>
            <a:chOff x="8208396" y="-113076"/>
            <a:chExt cx="1337141" cy="1575572"/>
          </a:xfrm>
        </p:grpSpPr>
        <p:pic>
          <p:nvPicPr>
            <p:cNvPr id="1886" name="Google Shape;1886;p94"/>
            <p:cNvPicPr preferRelativeResize="0"/>
            <p:nvPr/>
          </p:nvPicPr>
          <p:blipFill rotWithShape="1">
            <a:blip r:embed="rId8">
              <a:alphaModFix/>
            </a:blip>
            <a:srcRect b="0" l="0" r="0" t="0"/>
            <a:stretch/>
          </p:blipFill>
          <p:spPr>
            <a:xfrm>
              <a:off x="8208396" y="267435"/>
              <a:ext cx="444766" cy="303486"/>
            </a:xfrm>
            <a:prstGeom prst="rect">
              <a:avLst/>
            </a:prstGeom>
            <a:noFill/>
            <a:ln>
              <a:noFill/>
            </a:ln>
          </p:spPr>
        </p:pic>
        <p:pic>
          <p:nvPicPr>
            <p:cNvPr id="1887" name="Google Shape;1887;p94"/>
            <p:cNvPicPr preferRelativeResize="0"/>
            <p:nvPr/>
          </p:nvPicPr>
          <p:blipFill rotWithShape="1">
            <a:blip r:embed="rId9">
              <a:alphaModFix/>
            </a:blip>
            <a:srcRect b="0" l="0" r="0" t="0"/>
            <a:stretch/>
          </p:blipFill>
          <p:spPr>
            <a:xfrm>
              <a:off x="8753827" y="1017733"/>
              <a:ext cx="570347" cy="444763"/>
            </a:xfrm>
            <a:prstGeom prst="rect">
              <a:avLst/>
            </a:prstGeom>
            <a:noFill/>
            <a:ln>
              <a:noFill/>
            </a:ln>
          </p:spPr>
        </p:pic>
        <p:pic>
          <p:nvPicPr>
            <p:cNvPr id="1888" name="Google Shape;1888;p94"/>
            <p:cNvPicPr preferRelativeResize="0"/>
            <p:nvPr/>
          </p:nvPicPr>
          <p:blipFill rotWithShape="1">
            <a:blip r:embed="rId10">
              <a:alphaModFix/>
            </a:blip>
            <a:srcRect b="0" l="0" r="0" t="0"/>
            <a:stretch/>
          </p:blipFill>
          <p:spPr>
            <a:xfrm>
              <a:off x="8568420" y="-113076"/>
              <a:ext cx="977117" cy="977125"/>
            </a:xfrm>
            <a:prstGeom prst="rect">
              <a:avLst/>
            </a:prstGeom>
            <a:noFill/>
            <a:ln>
              <a:noFill/>
            </a:ln>
          </p:spPr>
        </p:pic>
      </p:grpSp>
      <p:grpSp>
        <p:nvGrpSpPr>
          <p:cNvPr id="1889" name="Google Shape;1889;p94"/>
          <p:cNvGrpSpPr/>
          <p:nvPr/>
        </p:nvGrpSpPr>
        <p:grpSpPr>
          <a:xfrm flipH="1">
            <a:off x="6938390" y="-945735"/>
            <a:ext cx="3664991" cy="3616745"/>
            <a:chOff x="-1561863" y="-717135"/>
            <a:chExt cx="3664991" cy="3616745"/>
          </a:xfrm>
        </p:grpSpPr>
        <p:pic>
          <p:nvPicPr>
            <p:cNvPr id="1890" name="Google Shape;1890;p94"/>
            <p:cNvPicPr preferRelativeResize="0"/>
            <p:nvPr/>
          </p:nvPicPr>
          <p:blipFill rotWithShape="1">
            <a:blip r:embed="rId11">
              <a:alphaModFix/>
            </a:blip>
            <a:srcRect b="0" l="0" r="0" t="0"/>
            <a:stretch/>
          </p:blipFill>
          <p:spPr>
            <a:xfrm>
              <a:off x="1459526" y="-7"/>
              <a:ext cx="643602" cy="499705"/>
            </a:xfrm>
            <a:prstGeom prst="rect">
              <a:avLst/>
            </a:prstGeom>
            <a:noFill/>
            <a:ln>
              <a:noFill/>
            </a:ln>
          </p:spPr>
        </p:pic>
        <p:grpSp>
          <p:nvGrpSpPr>
            <p:cNvPr id="1891" name="Google Shape;1891;p94"/>
            <p:cNvGrpSpPr/>
            <p:nvPr/>
          </p:nvGrpSpPr>
          <p:grpSpPr>
            <a:xfrm>
              <a:off x="-1561863" y="-717135"/>
              <a:ext cx="3314430" cy="3616745"/>
              <a:chOff x="-1561863" y="-717135"/>
              <a:chExt cx="3314430" cy="3616745"/>
            </a:xfrm>
          </p:grpSpPr>
          <p:pic>
            <p:nvPicPr>
              <p:cNvPr id="1892" name="Google Shape;1892;p94"/>
              <p:cNvPicPr preferRelativeResize="0"/>
              <p:nvPr/>
            </p:nvPicPr>
            <p:blipFill rotWithShape="1">
              <a:blip r:embed="rId5">
                <a:alphaModFix/>
              </a:blip>
              <a:srcRect b="0" l="0" r="0" t="0"/>
              <a:stretch/>
            </p:blipFill>
            <p:spPr>
              <a:xfrm rot="-9540140">
                <a:off x="-1092324" y="-423160"/>
                <a:ext cx="2202096" cy="3028795"/>
              </a:xfrm>
              <a:prstGeom prst="rect">
                <a:avLst/>
              </a:prstGeom>
              <a:noFill/>
              <a:ln>
                <a:noFill/>
              </a:ln>
            </p:spPr>
          </p:pic>
          <p:pic>
            <p:nvPicPr>
              <p:cNvPr id="1893" name="Google Shape;1893;p94"/>
              <p:cNvPicPr preferRelativeResize="0"/>
              <p:nvPr/>
            </p:nvPicPr>
            <p:blipFill rotWithShape="1">
              <a:blip r:embed="rId12">
                <a:alphaModFix/>
              </a:blip>
              <a:srcRect b="0" l="0" r="0" t="0"/>
              <a:stretch/>
            </p:blipFill>
            <p:spPr>
              <a:xfrm>
                <a:off x="286059" y="1337868"/>
                <a:ext cx="374127" cy="354503"/>
              </a:xfrm>
              <a:prstGeom prst="rect">
                <a:avLst/>
              </a:prstGeom>
              <a:noFill/>
              <a:ln>
                <a:noFill/>
              </a:ln>
            </p:spPr>
          </p:pic>
          <p:pic>
            <p:nvPicPr>
              <p:cNvPr id="1894" name="Google Shape;1894;p94"/>
              <p:cNvPicPr preferRelativeResize="0"/>
              <p:nvPr/>
            </p:nvPicPr>
            <p:blipFill rotWithShape="1">
              <a:blip r:embed="rId13">
                <a:alphaModFix/>
              </a:blip>
              <a:srcRect b="0" l="0" r="0" t="0"/>
              <a:stretch/>
            </p:blipFill>
            <p:spPr>
              <a:xfrm>
                <a:off x="775450" y="-297989"/>
                <a:ext cx="977117" cy="977125"/>
              </a:xfrm>
              <a:prstGeom prst="rect">
                <a:avLst/>
              </a:prstGeom>
              <a:noFill/>
              <a:ln>
                <a:noFill/>
              </a:ln>
            </p:spPr>
          </p:pic>
        </p:grpSp>
      </p:grpSp>
      <p:pic>
        <p:nvPicPr>
          <p:cNvPr id="1895" name="Google Shape;1895;p94"/>
          <p:cNvPicPr preferRelativeResize="0"/>
          <p:nvPr/>
        </p:nvPicPr>
        <p:blipFill rotWithShape="1">
          <a:blip r:embed="rId9">
            <a:alphaModFix/>
          </a:blip>
          <a:srcRect b="0" l="0" r="0" t="0"/>
          <a:stretch/>
        </p:blipFill>
        <p:spPr>
          <a:xfrm>
            <a:off x="4361277" y="4538583"/>
            <a:ext cx="570347" cy="444763"/>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96" name="Shape 1896"/>
        <p:cNvGrpSpPr/>
        <p:nvPr/>
      </p:nvGrpSpPr>
      <p:grpSpPr>
        <a:xfrm>
          <a:off x="0" y="0"/>
          <a:ext cx="0" cy="0"/>
          <a:chOff x="0" y="0"/>
          <a:chExt cx="0" cy="0"/>
        </a:xfrm>
      </p:grpSpPr>
      <p:sp>
        <p:nvSpPr>
          <p:cNvPr id="1897" name="Google Shape;1897;p9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98" name="Google Shape;1898;p95"/>
          <p:cNvSpPr txBox="1"/>
          <p:nvPr>
            <p:ph idx="1" type="body"/>
          </p:nvPr>
        </p:nvSpPr>
        <p:spPr>
          <a:xfrm>
            <a:off x="2211900" y="1714950"/>
            <a:ext cx="4720200" cy="2523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899" name="Google Shape;1899;p95"/>
          <p:cNvGrpSpPr/>
          <p:nvPr/>
        </p:nvGrpSpPr>
        <p:grpSpPr>
          <a:xfrm>
            <a:off x="-1561863" y="-717135"/>
            <a:ext cx="3849363" cy="4118413"/>
            <a:chOff x="-1561863" y="-717135"/>
            <a:chExt cx="3849363" cy="4118413"/>
          </a:xfrm>
        </p:grpSpPr>
        <p:pic>
          <p:nvPicPr>
            <p:cNvPr id="1900" name="Google Shape;1900;p95"/>
            <p:cNvPicPr preferRelativeResize="0"/>
            <p:nvPr/>
          </p:nvPicPr>
          <p:blipFill rotWithShape="1">
            <a:blip r:embed="rId2">
              <a:alphaModFix/>
            </a:blip>
            <a:srcRect b="0" l="0" r="0" t="0"/>
            <a:stretch/>
          </p:blipFill>
          <p:spPr>
            <a:xfrm rot="-9540140">
              <a:off x="-1092324" y="-423160"/>
              <a:ext cx="2202096" cy="3028795"/>
            </a:xfrm>
            <a:prstGeom prst="rect">
              <a:avLst/>
            </a:prstGeom>
            <a:noFill/>
            <a:ln>
              <a:noFill/>
            </a:ln>
          </p:spPr>
        </p:pic>
        <p:pic>
          <p:nvPicPr>
            <p:cNvPr id="1901" name="Google Shape;1901;p95"/>
            <p:cNvPicPr preferRelativeResize="0"/>
            <p:nvPr/>
          </p:nvPicPr>
          <p:blipFill rotWithShape="1">
            <a:blip r:embed="rId3">
              <a:alphaModFix/>
            </a:blip>
            <a:srcRect b="0" l="0" r="0" t="0"/>
            <a:stretch/>
          </p:blipFill>
          <p:spPr>
            <a:xfrm>
              <a:off x="-613046" y="2424153"/>
              <a:ext cx="977125" cy="977125"/>
            </a:xfrm>
            <a:prstGeom prst="rect">
              <a:avLst/>
            </a:prstGeom>
            <a:noFill/>
            <a:ln>
              <a:noFill/>
            </a:ln>
          </p:spPr>
        </p:pic>
        <p:pic>
          <p:nvPicPr>
            <p:cNvPr id="1902" name="Google Shape;1902;p95"/>
            <p:cNvPicPr preferRelativeResize="0"/>
            <p:nvPr/>
          </p:nvPicPr>
          <p:blipFill rotWithShape="1">
            <a:blip r:embed="rId4">
              <a:alphaModFix/>
            </a:blip>
            <a:srcRect b="0" l="0" r="0" t="0"/>
            <a:stretch/>
          </p:blipFill>
          <p:spPr>
            <a:xfrm>
              <a:off x="99371" y="1939818"/>
              <a:ext cx="374127" cy="354503"/>
            </a:xfrm>
            <a:prstGeom prst="rect">
              <a:avLst/>
            </a:prstGeom>
            <a:noFill/>
            <a:ln>
              <a:noFill/>
            </a:ln>
          </p:spPr>
        </p:pic>
        <p:pic>
          <p:nvPicPr>
            <p:cNvPr id="1903" name="Google Shape;1903;p95"/>
            <p:cNvPicPr preferRelativeResize="0"/>
            <p:nvPr/>
          </p:nvPicPr>
          <p:blipFill rotWithShape="1">
            <a:blip r:embed="rId5">
              <a:alphaModFix/>
            </a:blip>
            <a:srcRect b="0" l="0" r="0" t="0"/>
            <a:stretch/>
          </p:blipFill>
          <p:spPr>
            <a:xfrm>
              <a:off x="1717153" y="-236312"/>
              <a:ext cx="570347" cy="554646"/>
            </a:xfrm>
            <a:prstGeom prst="rect">
              <a:avLst/>
            </a:prstGeom>
            <a:noFill/>
            <a:ln>
              <a:noFill/>
            </a:ln>
          </p:spPr>
        </p:pic>
      </p:grpSp>
      <p:grpSp>
        <p:nvGrpSpPr>
          <p:cNvPr id="1904" name="Google Shape;1904;p95"/>
          <p:cNvGrpSpPr/>
          <p:nvPr/>
        </p:nvGrpSpPr>
        <p:grpSpPr>
          <a:xfrm>
            <a:off x="7676025" y="-447539"/>
            <a:ext cx="1468738" cy="1762380"/>
            <a:chOff x="7676025" y="-447539"/>
            <a:chExt cx="1468738" cy="1762380"/>
          </a:xfrm>
        </p:grpSpPr>
        <p:pic>
          <p:nvPicPr>
            <p:cNvPr id="1905" name="Google Shape;1905;p95"/>
            <p:cNvPicPr preferRelativeResize="0"/>
            <p:nvPr/>
          </p:nvPicPr>
          <p:blipFill rotWithShape="1">
            <a:blip r:embed="rId6">
              <a:alphaModFix/>
            </a:blip>
            <a:srcRect b="0" l="0" r="0" t="0"/>
            <a:stretch/>
          </p:blipFill>
          <p:spPr>
            <a:xfrm>
              <a:off x="7676025" y="-447539"/>
              <a:ext cx="977117" cy="977125"/>
            </a:xfrm>
            <a:prstGeom prst="rect">
              <a:avLst/>
            </a:prstGeom>
            <a:noFill/>
            <a:ln>
              <a:noFill/>
            </a:ln>
          </p:spPr>
        </p:pic>
        <p:pic>
          <p:nvPicPr>
            <p:cNvPr id="1906" name="Google Shape;1906;p95"/>
            <p:cNvPicPr preferRelativeResize="0"/>
            <p:nvPr/>
          </p:nvPicPr>
          <p:blipFill rotWithShape="1">
            <a:blip r:embed="rId7">
              <a:alphaModFix/>
            </a:blip>
            <a:srcRect b="0" l="0" r="0" t="0"/>
            <a:stretch/>
          </p:blipFill>
          <p:spPr>
            <a:xfrm>
              <a:off x="8600921" y="141535"/>
              <a:ext cx="444766" cy="303486"/>
            </a:xfrm>
            <a:prstGeom prst="rect">
              <a:avLst/>
            </a:prstGeom>
            <a:noFill/>
            <a:ln>
              <a:noFill/>
            </a:ln>
          </p:spPr>
        </p:pic>
        <p:pic>
          <p:nvPicPr>
            <p:cNvPr id="1907" name="Google Shape;1907;p95"/>
            <p:cNvPicPr preferRelativeResize="0"/>
            <p:nvPr/>
          </p:nvPicPr>
          <p:blipFill rotWithShape="1">
            <a:blip r:embed="rId8">
              <a:alphaModFix/>
            </a:blip>
            <a:srcRect b="0" l="0" r="0" t="0"/>
            <a:stretch/>
          </p:blipFill>
          <p:spPr>
            <a:xfrm rot="-3912564">
              <a:off x="8538127" y="740321"/>
              <a:ext cx="570347" cy="444763"/>
            </a:xfrm>
            <a:prstGeom prst="rect">
              <a:avLst/>
            </a:prstGeom>
            <a:noFill/>
            <a:ln>
              <a:noFill/>
            </a:ln>
          </p:spPr>
        </p:pic>
      </p:grpSp>
      <p:grpSp>
        <p:nvGrpSpPr>
          <p:cNvPr id="1908" name="Google Shape;1908;p95"/>
          <p:cNvGrpSpPr/>
          <p:nvPr/>
        </p:nvGrpSpPr>
        <p:grpSpPr>
          <a:xfrm>
            <a:off x="6354053" y="2648451"/>
            <a:ext cx="3216790" cy="3651197"/>
            <a:chOff x="6354053" y="2648451"/>
            <a:chExt cx="3216790" cy="3651197"/>
          </a:xfrm>
        </p:grpSpPr>
        <p:pic>
          <p:nvPicPr>
            <p:cNvPr id="1909" name="Google Shape;1909;p95"/>
            <p:cNvPicPr preferRelativeResize="0"/>
            <p:nvPr/>
          </p:nvPicPr>
          <p:blipFill rotWithShape="1">
            <a:blip r:embed="rId2">
              <a:alphaModFix/>
            </a:blip>
            <a:srcRect b="0" l="0" r="0" t="0"/>
            <a:stretch/>
          </p:blipFill>
          <p:spPr>
            <a:xfrm rot="1391275">
              <a:off x="6861400" y="2959651"/>
              <a:ext cx="2202095" cy="3028798"/>
            </a:xfrm>
            <a:prstGeom prst="rect">
              <a:avLst/>
            </a:prstGeom>
            <a:noFill/>
            <a:ln>
              <a:noFill/>
            </a:ln>
          </p:spPr>
        </p:pic>
        <p:pic>
          <p:nvPicPr>
            <p:cNvPr id="1910" name="Google Shape;1910;p95"/>
            <p:cNvPicPr preferRelativeResize="0"/>
            <p:nvPr/>
          </p:nvPicPr>
          <p:blipFill rotWithShape="1">
            <a:blip r:embed="rId9">
              <a:alphaModFix/>
            </a:blip>
            <a:srcRect b="0" l="0" r="0" t="0"/>
            <a:stretch/>
          </p:blipFill>
          <p:spPr>
            <a:xfrm>
              <a:off x="7009814" y="4608490"/>
              <a:ext cx="355813" cy="324416"/>
            </a:xfrm>
            <a:prstGeom prst="rect">
              <a:avLst/>
            </a:prstGeom>
            <a:noFill/>
            <a:ln>
              <a:noFill/>
            </a:ln>
          </p:spPr>
        </p:pic>
        <p:pic>
          <p:nvPicPr>
            <p:cNvPr id="1911" name="Google Shape;1911;p95"/>
            <p:cNvPicPr preferRelativeResize="0"/>
            <p:nvPr/>
          </p:nvPicPr>
          <p:blipFill rotWithShape="1">
            <a:blip r:embed="rId10">
              <a:alphaModFix/>
            </a:blip>
            <a:srcRect b="0" l="0" r="0" t="0"/>
            <a:stretch/>
          </p:blipFill>
          <p:spPr>
            <a:xfrm>
              <a:off x="8550433" y="2837724"/>
              <a:ext cx="977117" cy="977125"/>
            </a:xfrm>
            <a:prstGeom prst="rect">
              <a:avLst/>
            </a:prstGeom>
            <a:noFill/>
            <a:ln>
              <a:noFill/>
            </a:ln>
          </p:spPr>
        </p:pic>
      </p:grpSp>
      <p:grpSp>
        <p:nvGrpSpPr>
          <p:cNvPr id="1912" name="Google Shape;1912;p95"/>
          <p:cNvGrpSpPr/>
          <p:nvPr/>
        </p:nvGrpSpPr>
        <p:grpSpPr>
          <a:xfrm>
            <a:off x="-395744" y="3612910"/>
            <a:ext cx="1975050" cy="2370356"/>
            <a:chOff x="-395744" y="3612910"/>
            <a:chExt cx="1975050" cy="2370356"/>
          </a:xfrm>
        </p:grpSpPr>
        <p:pic>
          <p:nvPicPr>
            <p:cNvPr id="1913" name="Google Shape;1913;p95"/>
            <p:cNvPicPr preferRelativeResize="0"/>
            <p:nvPr/>
          </p:nvPicPr>
          <p:blipFill rotWithShape="1">
            <a:blip r:embed="rId11">
              <a:alphaModFix/>
            </a:blip>
            <a:srcRect b="0" l="0" r="0" t="0"/>
            <a:stretch/>
          </p:blipFill>
          <p:spPr>
            <a:xfrm>
              <a:off x="-395744" y="4098229"/>
              <a:ext cx="1975050" cy="1885037"/>
            </a:xfrm>
            <a:prstGeom prst="rect">
              <a:avLst/>
            </a:prstGeom>
            <a:noFill/>
            <a:ln>
              <a:noFill/>
            </a:ln>
          </p:spPr>
        </p:pic>
        <p:pic>
          <p:nvPicPr>
            <p:cNvPr id="1914" name="Google Shape;1914;p95"/>
            <p:cNvPicPr preferRelativeResize="0"/>
            <p:nvPr/>
          </p:nvPicPr>
          <p:blipFill rotWithShape="1">
            <a:blip r:embed="rId12">
              <a:alphaModFix/>
            </a:blip>
            <a:srcRect b="0" l="0" r="0" t="0"/>
            <a:stretch/>
          </p:blipFill>
          <p:spPr>
            <a:xfrm>
              <a:off x="982181" y="4734060"/>
              <a:ext cx="511481" cy="409444"/>
            </a:xfrm>
            <a:prstGeom prst="rect">
              <a:avLst/>
            </a:prstGeom>
            <a:noFill/>
            <a:ln>
              <a:noFill/>
            </a:ln>
          </p:spPr>
        </p:pic>
        <p:pic>
          <p:nvPicPr>
            <p:cNvPr id="1915" name="Google Shape;1915;p95"/>
            <p:cNvPicPr preferRelativeResize="0"/>
            <p:nvPr/>
          </p:nvPicPr>
          <p:blipFill rotWithShape="1">
            <a:blip r:embed="rId13">
              <a:alphaModFix/>
            </a:blip>
            <a:srcRect b="0" l="0" r="0" t="0"/>
            <a:stretch/>
          </p:blipFill>
          <p:spPr>
            <a:xfrm>
              <a:off x="38933" y="3612910"/>
              <a:ext cx="554649" cy="485315"/>
            </a:xfrm>
            <a:prstGeom prst="rect">
              <a:avLst/>
            </a:prstGeom>
            <a:noFill/>
            <a:ln>
              <a:noFill/>
            </a:ln>
          </p:spPr>
        </p:pic>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916" name="Shape 1916"/>
        <p:cNvGrpSpPr/>
        <p:nvPr/>
      </p:nvGrpSpPr>
      <p:grpSpPr>
        <a:xfrm>
          <a:off x="0" y="0"/>
          <a:ext cx="0" cy="0"/>
          <a:chOff x="0" y="0"/>
          <a:chExt cx="0" cy="0"/>
        </a:xfrm>
      </p:grpSpPr>
      <p:sp>
        <p:nvSpPr>
          <p:cNvPr id="1917" name="Google Shape;1917;p96"/>
          <p:cNvSpPr txBox="1"/>
          <p:nvPr>
            <p:ph type="ctrTitle"/>
          </p:nvPr>
        </p:nvSpPr>
        <p:spPr>
          <a:xfrm>
            <a:off x="4720650" y="729075"/>
            <a:ext cx="3708300" cy="104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5200"/>
              <a:buNone/>
              <a:defRPr sz="5900">
                <a:highlight>
                  <a:schemeClr val="lt1"/>
                </a:highligh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18" name="Google Shape;1918;p96"/>
          <p:cNvSpPr txBox="1"/>
          <p:nvPr>
            <p:ph idx="1" type="subTitle"/>
          </p:nvPr>
        </p:nvSpPr>
        <p:spPr>
          <a:xfrm>
            <a:off x="4720650" y="1804418"/>
            <a:ext cx="3708300" cy="1308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919" name="Google Shape;1919;p96"/>
          <p:cNvPicPr preferRelativeResize="0"/>
          <p:nvPr/>
        </p:nvPicPr>
        <p:blipFill rotWithShape="1">
          <a:blip r:embed="rId2">
            <a:alphaModFix/>
          </a:blip>
          <a:srcRect b="9272" l="0" r="6059" t="0"/>
          <a:stretch/>
        </p:blipFill>
        <p:spPr>
          <a:xfrm flipH="1">
            <a:off x="-1078882" y="-552312"/>
            <a:ext cx="1859701" cy="1964874"/>
          </a:xfrm>
          <a:prstGeom prst="rect">
            <a:avLst/>
          </a:prstGeom>
          <a:noFill/>
          <a:ln>
            <a:noFill/>
          </a:ln>
        </p:spPr>
      </p:pic>
      <p:grpSp>
        <p:nvGrpSpPr>
          <p:cNvPr id="1920" name="Google Shape;1920;p96"/>
          <p:cNvGrpSpPr/>
          <p:nvPr/>
        </p:nvGrpSpPr>
        <p:grpSpPr>
          <a:xfrm flipH="1">
            <a:off x="720548" y="824062"/>
            <a:ext cx="3101596" cy="3495390"/>
            <a:chOff x="10045025" y="1973719"/>
            <a:chExt cx="3101596" cy="3495390"/>
          </a:xfrm>
        </p:grpSpPr>
        <p:grpSp>
          <p:nvGrpSpPr>
            <p:cNvPr id="1921" name="Google Shape;1921;p96"/>
            <p:cNvGrpSpPr/>
            <p:nvPr/>
          </p:nvGrpSpPr>
          <p:grpSpPr>
            <a:xfrm>
              <a:off x="10045158" y="1973719"/>
              <a:ext cx="3101463" cy="3489075"/>
              <a:chOff x="732279" y="296625"/>
              <a:chExt cx="2475428" cy="3761400"/>
            </a:xfrm>
          </p:grpSpPr>
          <p:cxnSp>
            <p:nvCxnSpPr>
              <p:cNvPr id="1922" name="Google Shape;1922;p96"/>
              <p:cNvCxnSpPr/>
              <p:nvPr/>
            </p:nvCxnSpPr>
            <p:spPr>
              <a:xfrm>
                <a:off x="732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3" name="Google Shape;1923;p96"/>
              <p:cNvCxnSpPr/>
              <p:nvPr/>
            </p:nvCxnSpPr>
            <p:spPr>
              <a:xfrm>
                <a:off x="886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4" name="Google Shape;1924;p96"/>
              <p:cNvCxnSpPr/>
              <p:nvPr/>
            </p:nvCxnSpPr>
            <p:spPr>
              <a:xfrm>
                <a:off x="1041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5" name="Google Shape;1925;p96"/>
              <p:cNvCxnSpPr/>
              <p:nvPr/>
            </p:nvCxnSpPr>
            <p:spPr>
              <a:xfrm>
                <a:off x="1196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6" name="Google Shape;1926;p96"/>
              <p:cNvCxnSpPr/>
              <p:nvPr/>
            </p:nvCxnSpPr>
            <p:spPr>
              <a:xfrm>
                <a:off x="1351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7" name="Google Shape;1927;p96"/>
              <p:cNvCxnSpPr/>
              <p:nvPr/>
            </p:nvCxnSpPr>
            <p:spPr>
              <a:xfrm>
                <a:off x="1505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8" name="Google Shape;1928;p96"/>
              <p:cNvCxnSpPr/>
              <p:nvPr/>
            </p:nvCxnSpPr>
            <p:spPr>
              <a:xfrm>
                <a:off x="1660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29" name="Google Shape;1929;p96"/>
              <p:cNvCxnSpPr/>
              <p:nvPr/>
            </p:nvCxnSpPr>
            <p:spPr>
              <a:xfrm>
                <a:off x="1815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0" name="Google Shape;1930;p96"/>
              <p:cNvCxnSpPr/>
              <p:nvPr/>
            </p:nvCxnSpPr>
            <p:spPr>
              <a:xfrm>
                <a:off x="1969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1" name="Google Shape;1931;p96"/>
              <p:cNvCxnSpPr/>
              <p:nvPr/>
            </p:nvCxnSpPr>
            <p:spPr>
              <a:xfrm>
                <a:off x="2124707"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2" name="Google Shape;1932;p96"/>
              <p:cNvCxnSpPr/>
              <p:nvPr/>
            </p:nvCxnSpPr>
            <p:spPr>
              <a:xfrm>
                <a:off x="2279421"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3" name="Google Shape;1933;p96"/>
              <p:cNvCxnSpPr/>
              <p:nvPr/>
            </p:nvCxnSpPr>
            <p:spPr>
              <a:xfrm>
                <a:off x="2434136"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4" name="Google Shape;1934;p96"/>
              <p:cNvCxnSpPr/>
              <p:nvPr/>
            </p:nvCxnSpPr>
            <p:spPr>
              <a:xfrm>
                <a:off x="2588850"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5" name="Google Shape;1935;p96"/>
              <p:cNvCxnSpPr/>
              <p:nvPr/>
            </p:nvCxnSpPr>
            <p:spPr>
              <a:xfrm>
                <a:off x="2743564"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6" name="Google Shape;1936;p96"/>
              <p:cNvCxnSpPr/>
              <p:nvPr/>
            </p:nvCxnSpPr>
            <p:spPr>
              <a:xfrm>
                <a:off x="2898279"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7" name="Google Shape;1937;p96"/>
              <p:cNvCxnSpPr/>
              <p:nvPr/>
            </p:nvCxnSpPr>
            <p:spPr>
              <a:xfrm>
                <a:off x="3052993" y="296625"/>
                <a:ext cx="0" cy="3761400"/>
              </a:xfrm>
              <a:prstGeom prst="straightConnector1">
                <a:avLst/>
              </a:prstGeom>
              <a:noFill/>
              <a:ln cap="rnd" cmpd="sng" w="9525">
                <a:solidFill>
                  <a:schemeClr val="lt1"/>
                </a:solidFill>
                <a:prstDash val="solid"/>
                <a:round/>
                <a:headEnd len="sm" w="sm" type="none"/>
                <a:tailEnd len="sm" w="sm" type="none"/>
              </a:ln>
            </p:spPr>
          </p:cxnSp>
          <p:cxnSp>
            <p:nvCxnSpPr>
              <p:cNvPr id="1938" name="Google Shape;1938;p96"/>
              <p:cNvCxnSpPr/>
              <p:nvPr/>
            </p:nvCxnSpPr>
            <p:spPr>
              <a:xfrm>
                <a:off x="3207707" y="296625"/>
                <a:ext cx="0" cy="3761400"/>
              </a:xfrm>
              <a:prstGeom prst="straightConnector1">
                <a:avLst/>
              </a:prstGeom>
              <a:noFill/>
              <a:ln cap="rnd" cmpd="sng" w="9525">
                <a:solidFill>
                  <a:schemeClr val="lt1"/>
                </a:solidFill>
                <a:prstDash val="solid"/>
                <a:round/>
                <a:headEnd len="sm" w="sm" type="none"/>
                <a:tailEnd len="sm" w="sm" type="none"/>
              </a:ln>
            </p:spPr>
          </p:cxnSp>
        </p:grpSp>
        <p:grpSp>
          <p:nvGrpSpPr>
            <p:cNvPr id="1939" name="Google Shape;1939;p96"/>
            <p:cNvGrpSpPr/>
            <p:nvPr/>
          </p:nvGrpSpPr>
          <p:grpSpPr>
            <a:xfrm rot="5400000">
              <a:off x="9851137" y="2173846"/>
              <a:ext cx="3489151" cy="3101374"/>
              <a:chOff x="887000" y="296626"/>
              <a:chExt cx="2784860" cy="3343800"/>
            </a:xfrm>
          </p:grpSpPr>
          <p:cxnSp>
            <p:nvCxnSpPr>
              <p:cNvPr id="1940" name="Google Shape;1940;p96"/>
              <p:cNvCxnSpPr/>
              <p:nvPr/>
            </p:nvCxnSpPr>
            <p:spPr>
              <a:xfrm>
                <a:off x="88700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1" name="Google Shape;1941;p96"/>
              <p:cNvCxnSpPr/>
              <p:nvPr/>
            </p:nvCxnSpPr>
            <p:spPr>
              <a:xfrm>
                <a:off x="104171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2" name="Google Shape;1942;p96"/>
              <p:cNvCxnSpPr/>
              <p:nvPr/>
            </p:nvCxnSpPr>
            <p:spPr>
              <a:xfrm>
                <a:off x="119642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3" name="Google Shape;1943;p96"/>
              <p:cNvCxnSpPr/>
              <p:nvPr/>
            </p:nvCxnSpPr>
            <p:spPr>
              <a:xfrm>
                <a:off x="1351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4" name="Google Shape;1944;p96"/>
              <p:cNvCxnSpPr/>
              <p:nvPr/>
            </p:nvCxnSpPr>
            <p:spPr>
              <a:xfrm>
                <a:off x="150585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5" name="Google Shape;1945;p96"/>
              <p:cNvCxnSpPr/>
              <p:nvPr/>
            </p:nvCxnSpPr>
            <p:spPr>
              <a:xfrm>
                <a:off x="166057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6" name="Google Shape;1946;p96"/>
              <p:cNvCxnSpPr/>
              <p:nvPr/>
            </p:nvCxnSpPr>
            <p:spPr>
              <a:xfrm>
                <a:off x="1815287"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7" name="Google Shape;1947;p96"/>
              <p:cNvCxnSpPr/>
              <p:nvPr/>
            </p:nvCxnSpPr>
            <p:spPr>
              <a:xfrm>
                <a:off x="197000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8" name="Google Shape;1948;p96"/>
              <p:cNvCxnSpPr/>
              <p:nvPr/>
            </p:nvCxnSpPr>
            <p:spPr>
              <a:xfrm>
                <a:off x="2124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49" name="Google Shape;1949;p96"/>
              <p:cNvCxnSpPr/>
              <p:nvPr/>
            </p:nvCxnSpPr>
            <p:spPr>
              <a:xfrm>
                <a:off x="2279430"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0" name="Google Shape;1950;p96"/>
              <p:cNvCxnSpPr/>
              <p:nvPr/>
            </p:nvCxnSpPr>
            <p:spPr>
              <a:xfrm>
                <a:off x="2434144"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1" name="Google Shape;1951;p96"/>
              <p:cNvCxnSpPr/>
              <p:nvPr/>
            </p:nvCxnSpPr>
            <p:spPr>
              <a:xfrm>
                <a:off x="2588859"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2" name="Google Shape;1952;p96"/>
              <p:cNvCxnSpPr/>
              <p:nvPr/>
            </p:nvCxnSpPr>
            <p:spPr>
              <a:xfrm>
                <a:off x="2743573"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3" name="Google Shape;1953;p96"/>
              <p:cNvCxnSpPr/>
              <p:nvPr/>
            </p:nvCxnSpPr>
            <p:spPr>
              <a:xfrm>
                <a:off x="2898288"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4" name="Google Shape;1954;p96"/>
              <p:cNvCxnSpPr/>
              <p:nvPr/>
            </p:nvCxnSpPr>
            <p:spPr>
              <a:xfrm>
                <a:off x="3053002"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5" name="Google Shape;1955;p96"/>
              <p:cNvCxnSpPr/>
              <p:nvPr/>
            </p:nvCxnSpPr>
            <p:spPr>
              <a:xfrm>
                <a:off x="3207716"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6" name="Google Shape;1956;p96"/>
              <p:cNvCxnSpPr/>
              <p:nvPr/>
            </p:nvCxnSpPr>
            <p:spPr>
              <a:xfrm>
                <a:off x="3362431"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7" name="Google Shape;1957;p96"/>
              <p:cNvCxnSpPr/>
              <p:nvPr/>
            </p:nvCxnSpPr>
            <p:spPr>
              <a:xfrm>
                <a:off x="3517145" y="296626"/>
                <a:ext cx="0" cy="3343800"/>
              </a:xfrm>
              <a:prstGeom prst="straightConnector1">
                <a:avLst/>
              </a:prstGeom>
              <a:noFill/>
              <a:ln cap="rnd" cmpd="sng" w="9525">
                <a:solidFill>
                  <a:schemeClr val="lt1"/>
                </a:solidFill>
                <a:prstDash val="solid"/>
                <a:round/>
                <a:headEnd len="sm" w="sm" type="none"/>
                <a:tailEnd len="sm" w="sm" type="none"/>
              </a:ln>
            </p:spPr>
          </p:cxnSp>
          <p:cxnSp>
            <p:nvCxnSpPr>
              <p:cNvPr id="1958" name="Google Shape;1958;p96"/>
              <p:cNvCxnSpPr/>
              <p:nvPr/>
            </p:nvCxnSpPr>
            <p:spPr>
              <a:xfrm>
                <a:off x="3671860" y="296626"/>
                <a:ext cx="0" cy="3343800"/>
              </a:xfrm>
              <a:prstGeom prst="straightConnector1">
                <a:avLst/>
              </a:prstGeom>
              <a:noFill/>
              <a:ln cap="rnd" cmpd="sng" w="9525">
                <a:solidFill>
                  <a:schemeClr val="lt1"/>
                </a:solidFill>
                <a:prstDash val="solid"/>
                <a:round/>
                <a:headEnd len="sm" w="sm" type="none"/>
                <a:tailEnd len="sm" w="sm" type="none"/>
              </a:ln>
            </p:spPr>
          </p:cxnSp>
        </p:grpSp>
      </p:grpSp>
      <p:pic>
        <p:nvPicPr>
          <p:cNvPr id="1959" name="Google Shape;1959;p96"/>
          <p:cNvPicPr preferRelativeResize="0"/>
          <p:nvPr/>
        </p:nvPicPr>
        <p:blipFill rotWithShape="1">
          <a:blip r:embed="rId3">
            <a:alphaModFix/>
          </a:blip>
          <a:srcRect b="0" l="0" r="0" t="0"/>
          <a:stretch/>
        </p:blipFill>
        <p:spPr>
          <a:xfrm rot="-2426800">
            <a:off x="7485269" y="-786761"/>
            <a:ext cx="2202096" cy="3028792"/>
          </a:xfrm>
          <a:prstGeom prst="rect">
            <a:avLst/>
          </a:prstGeom>
          <a:noFill/>
          <a:ln>
            <a:noFill/>
          </a:ln>
        </p:spPr>
      </p:pic>
      <p:pic>
        <p:nvPicPr>
          <p:cNvPr id="1960" name="Google Shape;1960;p96"/>
          <p:cNvPicPr preferRelativeResize="0"/>
          <p:nvPr/>
        </p:nvPicPr>
        <p:blipFill rotWithShape="1">
          <a:blip r:embed="rId4">
            <a:alphaModFix/>
          </a:blip>
          <a:srcRect b="0" l="0" r="0" t="0"/>
          <a:stretch/>
        </p:blipFill>
        <p:spPr>
          <a:xfrm flipH="1" rot="-2124616">
            <a:off x="8367906" y="4486783"/>
            <a:ext cx="638761" cy="435853"/>
          </a:xfrm>
          <a:prstGeom prst="rect">
            <a:avLst/>
          </a:prstGeom>
          <a:noFill/>
          <a:ln>
            <a:noFill/>
          </a:ln>
        </p:spPr>
      </p:pic>
      <p:pic>
        <p:nvPicPr>
          <p:cNvPr id="1961" name="Google Shape;1961;p96"/>
          <p:cNvPicPr preferRelativeResize="0"/>
          <p:nvPr/>
        </p:nvPicPr>
        <p:blipFill rotWithShape="1">
          <a:blip r:embed="rId5">
            <a:alphaModFix/>
          </a:blip>
          <a:srcRect b="0" l="0" r="0" t="0"/>
          <a:stretch/>
        </p:blipFill>
        <p:spPr>
          <a:xfrm flipH="1">
            <a:off x="1185044" y="-266489"/>
            <a:ext cx="809724" cy="834132"/>
          </a:xfrm>
          <a:prstGeom prst="rect">
            <a:avLst/>
          </a:prstGeom>
          <a:noFill/>
          <a:ln>
            <a:noFill/>
          </a:ln>
        </p:spPr>
      </p:pic>
      <p:sp>
        <p:nvSpPr>
          <p:cNvPr id="1962" name="Google Shape;1962;p96"/>
          <p:cNvSpPr txBox="1"/>
          <p:nvPr/>
        </p:nvSpPr>
        <p:spPr>
          <a:xfrm>
            <a:off x="3893925" y="3667200"/>
            <a:ext cx="4535100" cy="4713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CREDITS: This presentation template was created by </a:t>
            </a:r>
            <a:r>
              <a:rPr b="1" i="0" lang="en" sz="1100" u="none" cap="none" strike="noStrike">
                <a:solidFill>
                  <a:schemeClr val="dk1"/>
                </a:solidFill>
                <a:uFill>
                  <a:noFill/>
                </a:uFill>
                <a:latin typeface="Open Sans"/>
                <a:ea typeface="Open Sans"/>
                <a:cs typeface="Open Sans"/>
                <a:sym typeface="Open Sans"/>
                <a:hlinkClick r:id="rId6">
                  <a:extLst>
                    <a:ext uri="{A12FA001-AC4F-418D-AE19-62706E023703}">
                      <ahyp:hlinkClr val="tx"/>
                    </a:ext>
                  </a:extLst>
                </a:hlinkClick>
              </a:rPr>
              <a:t>Slidesgo</a:t>
            </a:r>
            <a:r>
              <a:rPr b="0" i="0" lang="en" sz="1100" u="none" cap="none" strike="noStrike">
                <a:solidFill>
                  <a:schemeClr val="dk1"/>
                </a:solidFill>
                <a:latin typeface="Open Sans"/>
                <a:ea typeface="Open Sans"/>
                <a:cs typeface="Open Sans"/>
                <a:sym typeface="Open Sans"/>
              </a:rPr>
              <a:t>, and includes icons by </a:t>
            </a:r>
            <a:r>
              <a:rPr b="1" i="0" lang="en" sz="1100" u="none" cap="none" strike="noStrike">
                <a:solidFill>
                  <a:schemeClr val="dk1"/>
                </a:solidFill>
                <a:uFill>
                  <a:noFill/>
                </a:uFill>
                <a:latin typeface="Open Sans"/>
                <a:ea typeface="Open Sans"/>
                <a:cs typeface="Open Sans"/>
                <a:sym typeface="Open Sans"/>
                <a:hlinkClick r:id="rId7">
                  <a:extLst>
                    <a:ext uri="{A12FA001-AC4F-418D-AE19-62706E023703}">
                      <ahyp:hlinkClr val="tx"/>
                    </a:ext>
                  </a:extLst>
                </a:hlinkClick>
              </a:rPr>
              <a:t>Flaticon</a:t>
            </a:r>
            <a:r>
              <a:rPr b="0" i="0" lang="en" sz="1100" u="none" cap="none" strike="noStrike">
                <a:solidFill>
                  <a:schemeClr val="dk1"/>
                </a:solidFill>
                <a:latin typeface="Open Sans"/>
                <a:ea typeface="Open Sans"/>
                <a:cs typeface="Open Sans"/>
                <a:sym typeface="Open Sans"/>
              </a:rPr>
              <a:t> and infographics &amp; images by </a:t>
            </a:r>
            <a:r>
              <a:rPr b="1" i="0" lang="en" sz="1100" u="none" cap="none" strike="noStrike">
                <a:solidFill>
                  <a:schemeClr val="dk1"/>
                </a:solidFill>
                <a:uFill>
                  <a:noFill/>
                </a:uFill>
                <a:latin typeface="Open Sans"/>
                <a:ea typeface="Open Sans"/>
                <a:cs typeface="Open Sans"/>
                <a:sym typeface="Open Sans"/>
                <a:hlinkClick r:id="rId8">
                  <a:extLst>
                    <a:ext uri="{A12FA001-AC4F-418D-AE19-62706E023703}">
                      <ahyp:hlinkClr val="tx"/>
                    </a:ext>
                  </a:extLst>
                </a:hlinkClick>
              </a:rPr>
              <a:t>Freepik</a:t>
            </a:r>
            <a:endParaRPr b="1" i="0" sz="1100" u="none" cap="none" strike="noStrike">
              <a:solidFill>
                <a:schemeClr val="dk1"/>
              </a:solidFill>
              <a:latin typeface="Open Sans"/>
              <a:ea typeface="Open Sans"/>
              <a:cs typeface="Open Sans"/>
              <a:sym typeface="Open San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63" name="Shape 1963"/>
        <p:cNvGrpSpPr/>
        <p:nvPr/>
      </p:nvGrpSpPr>
      <p:grpSpPr>
        <a:xfrm>
          <a:off x="0" y="0"/>
          <a:ext cx="0" cy="0"/>
          <a:chOff x="0" y="0"/>
          <a:chExt cx="0" cy="0"/>
        </a:xfrm>
      </p:grpSpPr>
      <p:sp>
        <p:nvSpPr>
          <p:cNvPr id="1964" name="Google Shape;1964;p9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65" name="Google Shape;1965;p97"/>
          <p:cNvSpPr txBox="1"/>
          <p:nvPr>
            <p:ph idx="1" type="body"/>
          </p:nvPr>
        </p:nvSpPr>
        <p:spPr>
          <a:xfrm>
            <a:off x="948600" y="1499946"/>
            <a:ext cx="2992200" cy="25962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966" name="Google Shape;1966;p97"/>
          <p:cNvGrpSpPr/>
          <p:nvPr/>
        </p:nvGrpSpPr>
        <p:grpSpPr>
          <a:xfrm>
            <a:off x="-652938" y="-610193"/>
            <a:ext cx="2366001" cy="3145784"/>
            <a:chOff x="-652938" y="-610193"/>
            <a:chExt cx="2366001" cy="3145784"/>
          </a:xfrm>
        </p:grpSpPr>
        <p:pic>
          <p:nvPicPr>
            <p:cNvPr id="1967" name="Google Shape;1967;p97"/>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1968" name="Google Shape;1968;p97"/>
            <p:cNvPicPr preferRelativeResize="0"/>
            <p:nvPr/>
          </p:nvPicPr>
          <p:blipFill rotWithShape="1">
            <a:blip r:embed="rId3">
              <a:alphaModFix/>
            </a:blip>
            <a:srcRect b="0" l="0" r="0" t="0"/>
            <a:stretch/>
          </p:blipFill>
          <p:spPr>
            <a:xfrm>
              <a:off x="784034" y="237693"/>
              <a:ext cx="374127" cy="354503"/>
            </a:xfrm>
            <a:prstGeom prst="rect">
              <a:avLst/>
            </a:prstGeom>
            <a:noFill/>
            <a:ln>
              <a:noFill/>
            </a:ln>
          </p:spPr>
        </p:pic>
      </p:grpSp>
      <p:grpSp>
        <p:nvGrpSpPr>
          <p:cNvPr id="1969" name="Google Shape;1969;p97"/>
          <p:cNvGrpSpPr/>
          <p:nvPr/>
        </p:nvGrpSpPr>
        <p:grpSpPr>
          <a:xfrm>
            <a:off x="8206521" y="-255826"/>
            <a:ext cx="1271496" cy="977125"/>
            <a:chOff x="8206521" y="-255826"/>
            <a:chExt cx="1271496" cy="977125"/>
          </a:xfrm>
        </p:grpSpPr>
        <p:pic>
          <p:nvPicPr>
            <p:cNvPr id="1970" name="Google Shape;1970;p97"/>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1971" name="Google Shape;1971;p97"/>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1972" name="Google Shape;1972;p97"/>
          <p:cNvGrpSpPr/>
          <p:nvPr/>
        </p:nvGrpSpPr>
        <p:grpSpPr>
          <a:xfrm>
            <a:off x="-91867" y="3726510"/>
            <a:ext cx="1648646" cy="1859106"/>
            <a:chOff x="-91867" y="3726510"/>
            <a:chExt cx="1648646" cy="1859106"/>
          </a:xfrm>
        </p:grpSpPr>
        <p:pic>
          <p:nvPicPr>
            <p:cNvPr id="1973" name="Google Shape;1973;p97"/>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1974" name="Google Shape;1974;p97"/>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1975" name="Google Shape;1975;p97"/>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1976" name="Google Shape;1976;p97"/>
          <p:cNvGrpSpPr/>
          <p:nvPr/>
        </p:nvGrpSpPr>
        <p:grpSpPr>
          <a:xfrm>
            <a:off x="7249639" y="1900125"/>
            <a:ext cx="2378748" cy="3117829"/>
            <a:chOff x="7249639" y="1900125"/>
            <a:chExt cx="2378748" cy="3117829"/>
          </a:xfrm>
        </p:grpSpPr>
        <p:pic>
          <p:nvPicPr>
            <p:cNvPr id="1977" name="Google Shape;1977;p97"/>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1978" name="Google Shape;1978;p97"/>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1979" name="Google Shape;1979;p97"/>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1980" name="Google Shape;1980;p97"/>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BODY_1">
    <p:spTree>
      <p:nvGrpSpPr>
        <p:cNvPr id="1981" name="Shape 1981"/>
        <p:cNvGrpSpPr/>
        <p:nvPr/>
      </p:nvGrpSpPr>
      <p:grpSpPr>
        <a:xfrm>
          <a:off x="0" y="0"/>
          <a:ext cx="0" cy="0"/>
          <a:chOff x="0" y="0"/>
          <a:chExt cx="0" cy="0"/>
        </a:xfrm>
      </p:grpSpPr>
      <p:sp>
        <p:nvSpPr>
          <p:cNvPr id="1982" name="Google Shape;1982;p9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83" name="Google Shape;1983;p98"/>
          <p:cNvSpPr txBox="1"/>
          <p:nvPr>
            <p:ph idx="1" type="body"/>
          </p:nvPr>
        </p:nvSpPr>
        <p:spPr>
          <a:xfrm>
            <a:off x="948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100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984" name="Google Shape;1984;p98"/>
          <p:cNvGrpSpPr/>
          <p:nvPr/>
        </p:nvGrpSpPr>
        <p:grpSpPr>
          <a:xfrm rot="10800000">
            <a:off x="7490989" y="2010277"/>
            <a:ext cx="2366001" cy="3575339"/>
            <a:chOff x="-652938" y="-610193"/>
            <a:chExt cx="2366001" cy="3575339"/>
          </a:xfrm>
        </p:grpSpPr>
        <p:pic>
          <p:nvPicPr>
            <p:cNvPr id="1985" name="Google Shape;1985;p98"/>
            <p:cNvPicPr preferRelativeResize="0"/>
            <p:nvPr/>
          </p:nvPicPr>
          <p:blipFill rotWithShape="1">
            <a:blip r:embed="rId2">
              <a:alphaModFix/>
            </a:blip>
            <a:srcRect b="0" l="0" r="0" t="0"/>
            <a:stretch/>
          </p:blipFill>
          <p:spPr>
            <a:xfrm rot="10610054">
              <a:off x="-570986" y="-551699"/>
              <a:ext cx="2202096" cy="3028796"/>
            </a:xfrm>
            <a:prstGeom prst="rect">
              <a:avLst/>
            </a:prstGeom>
            <a:noFill/>
            <a:ln>
              <a:noFill/>
            </a:ln>
          </p:spPr>
        </p:pic>
        <p:pic>
          <p:nvPicPr>
            <p:cNvPr id="1986" name="Google Shape;1986;p98"/>
            <p:cNvPicPr preferRelativeResize="0"/>
            <p:nvPr/>
          </p:nvPicPr>
          <p:blipFill rotWithShape="1">
            <a:blip r:embed="rId3">
              <a:alphaModFix/>
            </a:blip>
            <a:srcRect b="0" l="0" r="0" t="0"/>
            <a:stretch/>
          </p:blipFill>
          <p:spPr>
            <a:xfrm>
              <a:off x="178159" y="2610643"/>
              <a:ext cx="374127" cy="354503"/>
            </a:xfrm>
            <a:prstGeom prst="rect">
              <a:avLst/>
            </a:prstGeom>
            <a:noFill/>
            <a:ln>
              <a:noFill/>
            </a:ln>
          </p:spPr>
        </p:pic>
      </p:grpSp>
      <p:grpSp>
        <p:nvGrpSpPr>
          <p:cNvPr id="1987" name="Google Shape;1987;p98"/>
          <p:cNvGrpSpPr/>
          <p:nvPr/>
        </p:nvGrpSpPr>
        <p:grpSpPr>
          <a:xfrm rot="10800000">
            <a:off x="-273968" y="4254124"/>
            <a:ext cx="1271496" cy="977125"/>
            <a:chOff x="8206521" y="-255826"/>
            <a:chExt cx="1271496" cy="977125"/>
          </a:xfrm>
        </p:grpSpPr>
        <p:pic>
          <p:nvPicPr>
            <p:cNvPr id="1988" name="Google Shape;1988;p98"/>
            <p:cNvPicPr preferRelativeResize="0"/>
            <p:nvPr/>
          </p:nvPicPr>
          <p:blipFill rotWithShape="1">
            <a:blip r:embed="rId4">
              <a:alphaModFix/>
            </a:blip>
            <a:srcRect b="0" l="0" r="0" t="0"/>
            <a:stretch/>
          </p:blipFill>
          <p:spPr>
            <a:xfrm>
              <a:off x="8500900" y="-255826"/>
              <a:ext cx="977117" cy="977125"/>
            </a:xfrm>
            <a:prstGeom prst="rect">
              <a:avLst/>
            </a:prstGeom>
            <a:noFill/>
            <a:ln>
              <a:noFill/>
            </a:ln>
          </p:spPr>
        </p:pic>
        <p:pic>
          <p:nvPicPr>
            <p:cNvPr id="1989" name="Google Shape;1989;p98"/>
            <p:cNvPicPr preferRelativeResize="0"/>
            <p:nvPr/>
          </p:nvPicPr>
          <p:blipFill rotWithShape="1">
            <a:blip r:embed="rId5">
              <a:alphaModFix/>
            </a:blip>
            <a:srcRect b="0" l="0" r="0" t="0"/>
            <a:stretch/>
          </p:blipFill>
          <p:spPr>
            <a:xfrm>
              <a:off x="8206521" y="179073"/>
              <a:ext cx="444766" cy="303486"/>
            </a:xfrm>
            <a:prstGeom prst="rect">
              <a:avLst/>
            </a:prstGeom>
            <a:noFill/>
            <a:ln>
              <a:noFill/>
            </a:ln>
          </p:spPr>
        </p:pic>
      </p:grpSp>
      <p:grpSp>
        <p:nvGrpSpPr>
          <p:cNvPr id="1990" name="Google Shape;1990;p98"/>
          <p:cNvGrpSpPr/>
          <p:nvPr/>
        </p:nvGrpSpPr>
        <p:grpSpPr>
          <a:xfrm rot="10800000">
            <a:off x="7647270" y="-610193"/>
            <a:ext cx="1648646" cy="1859106"/>
            <a:chOff x="-91867" y="3726510"/>
            <a:chExt cx="1648646" cy="1859106"/>
          </a:xfrm>
        </p:grpSpPr>
        <p:pic>
          <p:nvPicPr>
            <p:cNvPr id="1991" name="Google Shape;1991;p98"/>
            <p:cNvPicPr preferRelativeResize="0"/>
            <p:nvPr/>
          </p:nvPicPr>
          <p:blipFill rotWithShape="1">
            <a:blip r:embed="rId6">
              <a:alphaModFix/>
            </a:blip>
            <a:srcRect b="0" l="0" r="0" t="0"/>
            <a:stretch/>
          </p:blipFill>
          <p:spPr>
            <a:xfrm>
              <a:off x="579654" y="4608491"/>
              <a:ext cx="977125" cy="977125"/>
            </a:xfrm>
            <a:prstGeom prst="rect">
              <a:avLst/>
            </a:prstGeom>
            <a:noFill/>
            <a:ln>
              <a:noFill/>
            </a:ln>
          </p:spPr>
        </p:pic>
        <p:pic>
          <p:nvPicPr>
            <p:cNvPr id="1992" name="Google Shape;1992;p98"/>
            <p:cNvPicPr preferRelativeResize="0"/>
            <p:nvPr/>
          </p:nvPicPr>
          <p:blipFill rotWithShape="1">
            <a:blip r:embed="rId7">
              <a:alphaModFix/>
            </a:blip>
            <a:srcRect b="0" l="0" r="0" t="0"/>
            <a:stretch/>
          </p:blipFill>
          <p:spPr>
            <a:xfrm>
              <a:off x="132650" y="4126524"/>
              <a:ext cx="1164900" cy="1111800"/>
            </a:xfrm>
            <a:prstGeom prst="rect">
              <a:avLst/>
            </a:prstGeom>
            <a:noFill/>
            <a:ln>
              <a:noFill/>
            </a:ln>
          </p:spPr>
        </p:pic>
        <p:pic>
          <p:nvPicPr>
            <p:cNvPr id="1993" name="Google Shape;1993;p98"/>
            <p:cNvPicPr preferRelativeResize="0"/>
            <p:nvPr/>
          </p:nvPicPr>
          <p:blipFill rotWithShape="1">
            <a:blip r:embed="rId8">
              <a:alphaModFix/>
            </a:blip>
            <a:srcRect b="0" l="0" r="0" t="0"/>
            <a:stretch/>
          </p:blipFill>
          <p:spPr>
            <a:xfrm>
              <a:off x="-91867" y="3726510"/>
              <a:ext cx="554649" cy="485315"/>
            </a:xfrm>
            <a:prstGeom prst="rect">
              <a:avLst/>
            </a:prstGeom>
            <a:noFill/>
            <a:ln>
              <a:noFill/>
            </a:ln>
          </p:spPr>
        </p:pic>
      </p:grpSp>
      <p:grpSp>
        <p:nvGrpSpPr>
          <p:cNvPr id="1994" name="Google Shape;1994;p98"/>
          <p:cNvGrpSpPr/>
          <p:nvPr/>
        </p:nvGrpSpPr>
        <p:grpSpPr>
          <a:xfrm rot="10800000">
            <a:off x="-424337" y="-42532"/>
            <a:ext cx="2378748" cy="3117829"/>
            <a:chOff x="7249639" y="1900125"/>
            <a:chExt cx="2378748" cy="3117829"/>
          </a:xfrm>
        </p:grpSpPr>
        <p:pic>
          <p:nvPicPr>
            <p:cNvPr id="1995" name="Google Shape;1995;p98"/>
            <p:cNvPicPr preferRelativeResize="0"/>
            <p:nvPr/>
          </p:nvPicPr>
          <p:blipFill rotWithShape="1">
            <a:blip r:embed="rId9">
              <a:alphaModFix/>
            </a:blip>
            <a:srcRect b="0" l="0" r="0" t="0"/>
            <a:stretch/>
          </p:blipFill>
          <p:spPr>
            <a:xfrm>
              <a:off x="7249639" y="4520215"/>
              <a:ext cx="355813" cy="324416"/>
            </a:xfrm>
            <a:prstGeom prst="rect">
              <a:avLst/>
            </a:prstGeom>
            <a:noFill/>
            <a:ln>
              <a:noFill/>
            </a:ln>
          </p:spPr>
        </p:pic>
        <p:pic>
          <p:nvPicPr>
            <p:cNvPr id="1996" name="Google Shape;1996;p98"/>
            <p:cNvPicPr preferRelativeResize="0"/>
            <p:nvPr/>
          </p:nvPicPr>
          <p:blipFill rotWithShape="1">
            <a:blip r:embed="rId10">
              <a:alphaModFix/>
            </a:blip>
            <a:srcRect b="0" l="0" r="0" t="0"/>
            <a:stretch/>
          </p:blipFill>
          <p:spPr>
            <a:xfrm>
              <a:off x="8500906" y="4608510"/>
              <a:ext cx="511481" cy="409444"/>
            </a:xfrm>
            <a:prstGeom prst="rect">
              <a:avLst/>
            </a:prstGeom>
            <a:noFill/>
            <a:ln>
              <a:noFill/>
            </a:ln>
          </p:spPr>
        </p:pic>
        <p:pic>
          <p:nvPicPr>
            <p:cNvPr id="1997" name="Google Shape;1997;p98"/>
            <p:cNvPicPr preferRelativeResize="0"/>
            <p:nvPr/>
          </p:nvPicPr>
          <p:blipFill rotWithShape="1">
            <a:blip r:embed="rId11">
              <a:alphaModFix/>
            </a:blip>
            <a:srcRect b="0" l="0" r="0" t="0"/>
            <a:stretch/>
          </p:blipFill>
          <p:spPr>
            <a:xfrm>
              <a:off x="8654553" y="1900125"/>
              <a:ext cx="570347" cy="554646"/>
            </a:xfrm>
            <a:prstGeom prst="rect">
              <a:avLst/>
            </a:prstGeom>
            <a:noFill/>
            <a:ln>
              <a:noFill/>
            </a:ln>
          </p:spPr>
        </p:pic>
        <p:pic>
          <p:nvPicPr>
            <p:cNvPr id="1998" name="Google Shape;1998;p98"/>
            <p:cNvPicPr preferRelativeResize="0"/>
            <p:nvPr/>
          </p:nvPicPr>
          <p:blipFill rotWithShape="1">
            <a:blip r:embed="rId12">
              <a:alphaModFix/>
            </a:blip>
            <a:srcRect b="0" l="0" r="0" t="0"/>
            <a:stretch/>
          </p:blipFill>
          <p:spPr>
            <a:xfrm>
              <a:off x="8651270" y="3480599"/>
              <a:ext cx="977117" cy="977125"/>
            </a:xfrm>
            <a:prstGeom prst="rect">
              <a:avLst/>
            </a:prstGeom>
            <a:noFill/>
            <a:ln>
              <a:noFill/>
            </a:ln>
          </p:spPr>
        </p:pic>
      </p:grpSp>
      <p:sp>
        <p:nvSpPr>
          <p:cNvPr id="1999" name="Google Shape;1999;p98"/>
          <p:cNvSpPr txBox="1"/>
          <p:nvPr>
            <p:ph idx="2" type="body"/>
          </p:nvPr>
        </p:nvSpPr>
        <p:spPr>
          <a:xfrm>
            <a:off x="4941900" y="1502963"/>
            <a:ext cx="3253200" cy="32031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accent2"/>
              </a:buClr>
              <a:buSzPts val="1400"/>
              <a:buChar char="●"/>
              <a:defRPr sz="1400"/>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00" name="Shape 2000"/>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001" name="Shape 2001"/>
        <p:cNvGrpSpPr/>
        <p:nvPr/>
      </p:nvGrpSpPr>
      <p:grpSpPr>
        <a:xfrm>
          <a:off x="0" y="0"/>
          <a:ext cx="0" cy="0"/>
          <a:chOff x="0" y="0"/>
          <a:chExt cx="0" cy="0"/>
        </a:xfrm>
      </p:grpSpPr>
      <p:grpSp>
        <p:nvGrpSpPr>
          <p:cNvPr id="2002" name="Google Shape;2002;p100"/>
          <p:cNvGrpSpPr/>
          <p:nvPr/>
        </p:nvGrpSpPr>
        <p:grpSpPr>
          <a:xfrm>
            <a:off x="-1561863" y="-717135"/>
            <a:ext cx="3702316" cy="3616745"/>
            <a:chOff x="-1561863" y="-717135"/>
            <a:chExt cx="3702316" cy="3616745"/>
          </a:xfrm>
        </p:grpSpPr>
        <p:pic>
          <p:nvPicPr>
            <p:cNvPr id="2003" name="Google Shape;2003;p100"/>
            <p:cNvPicPr preferRelativeResize="0"/>
            <p:nvPr/>
          </p:nvPicPr>
          <p:blipFill rotWithShape="1">
            <a:blip r:embed="rId2">
              <a:alphaModFix/>
            </a:blip>
            <a:srcRect b="0" l="0" r="0" t="0"/>
            <a:stretch/>
          </p:blipFill>
          <p:spPr>
            <a:xfrm>
              <a:off x="1496851" y="71218"/>
              <a:ext cx="643602" cy="499705"/>
            </a:xfrm>
            <a:prstGeom prst="rect">
              <a:avLst/>
            </a:prstGeom>
            <a:noFill/>
            <a:ln>
              <a:noFill/>
            </a:ln>
          </p:spPr>
        </p:pic>
        <p:pic>
          <p:nvPicPr>
            <p:cNvPr id="2004" name="Google Shape;2004;p100"/>
            <p:cNvPicPr preferRelativeResize="0"/>
            <p:nvPr/>
          </p:nvPicPr>
          <p:blipFill rotWithShape="1">
            <a:blip r:embed="rId3">
              <a:alphaModFix/>
            </a:blip>
            <a:srcRect b="0" l="0" r="0" t="0"/>
            <a:stretch/>
          </p:blipFill>
          <p:spPr>
            <a:xfrm rot="-9540140">
              <a:off x="-1092324" y="-423160"/>
              <a:ext cx="2202096" cy="3028795"/>
            </a:xfrm>
            <a:prstGeom prst="rect">
              <a:avLst/>
            </a:prstGeom>
            <a:noFill/>
            <a:ln>
              <a:noFill/>
            </a:ln>
          </p:spPr>
        </p:pic>
        <p:pic>
          <p:nvPicPr>
            <p:cNvPr id="2005" name="Google Shape;2005;p100"/>
            <p:cNvPicPr preferRelativeResize="0"/>
            <p:nvPr/>
          </p:nvPicPr>
          <p:blipFill rotWithShape="1">
            <a:blip r:embed="rId4">
              <a:alphaModFix/>
            </a:blip>
            <a:srcRect b="0" l="0" r="0" t="0"/>
            <a:stretch/>
          </p:blipFill>
          <p:spPr>
            <a:xfrm>
              <a:off x="166284" y="1891168"/>
              <a:ext cx="374127" cy="354503"/>
            </a:xfrm>
            <a:prstGeom prst="rect">
              <a:avLst/>
            </a:prstGeom>
            <a:noFill/>
            <a:ln>
              <a:noFill/>
            </a:ln>
          </p:spPr>
        </p:pic>
        <p:pic>
          <p:nvPicPr>
            <p:cNvPr id="2006" name="Google Shape;2006;p100"/>
            <p:cNvPicPr preferRelativeResize="0"/>
            <p:nvPr/>
          </p:nvPicPr>
          <p:blipFill rotWithShape="1">
            <a:blip r:embed="rId5">
              <a:alphaModFix/>
            </a:blip>
            <a:srcRect b="0" l="0" r="0" t="0"/>
            <a:stretch/>
          </p:blipFill>
          <p:spPr>
            <a:xfrm>
              <a:off x="-510755" y="675349"/>
              <a:ext cx="977117" cy="977125"/>
            </a:xfrm>
            <a:prstGeom prst="rect">
              <a:avLst/>
            </a:prstGeom>
            <a:noFill/>
            <a:ln>
              <a:noFill/>
            </a:ln>
          </p:spPr>
        </p:pic>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07" name="Shape 2007"/>
        <p:cNvGrpSpPr/>
        <p:nvPr/>
      </p:nvGrpSpPr>
      <p:grpSpPr>
        <a:xfrm>
          <a:off x="0" y="0"/>
          <a:ext cx="0" cy="0"/>
          <a:chOff x="0" y="0"/>
          <a:chExt cx="0" cy="0"/>
        </a:xfrm>
      </p:grpSpPr>
      <p:grpSp>
        <p:nvGrpSpPr>
          <p:cNvPr id="2008" name="Google Shape;2008;p101"/>
          <p:cNvGrpSpPr/>
          <p:nvPr/>
        </p:nvGrpSpPr>
        <p:grpSpPr>
          <a:xfrm>
            <a:off x="7072914" y="1988475"/>
            <a:ext cx="2768466" cy="3695041"/>
            <a:chOff x="7072914" y="1988475"/>
            <a:chExt cx="2768466" cy="3695041"/>
          </a:xfrm>
        </p:grpSpPr>
        <p:pic>
          <p:nvPicPr>
            <p:cNvPr id="2009" name="Google Shape;2009;p101"/>
            <p:cNvPicPr preferRelativeResize="0"/>
            <p:nvPr/>
          </p:nvPicPr>
          <p:blipFill rotWithShape="1">
            <a:blip r:embed="rId2">
              <a:alphaModFix/>
            </a:blip>
            <a:srcRect b="0" l="0" r="0" t="0"/>
            <a:stretch/>
          </p:blipFill>
          <p:spPr>
            <a:xfrm rot="-377691">
              <a:off x="7479876" y="2543126"/>
              <a:ext cx="2202096" cy="3028796"/>
            </a:xfrm>
            <a:prstGeom prst="rect">
              <a:avLst/>
            </a:prstGeom>
            <a:noFill/>
            <a:ln>
              <a:noFill/>
            </a:ln>
          </p:spPr>
        </p:pic>
        <p:pic>
          <p:nvPicPr>
            <p:cNvPr id="2010" name="Google Shape;2010;p101"/>
            <p:cNvPicPr preferRelativeResize="0"/>
            <p:nvPr/>
          </p:nvPicPr>
          <p:blipFill rotWithShape="1">
            <a:blip r:embed="rId3">
              <a:alphaModFix/>
            </a:blip>
            <a:srcRect b="0" l="0" r="0" t="0"/>
            <a:stretch/>
          </p:blipFill>
          <p:spPr>
            <a:xfrm>
              <a:off x="7591304" y="4658253"/>
              <a:ext cx="977125" cy="977125"/>
            </a:xfrm>
            <a:prstGeom prst="rect">
              <a:avLst/>
            </a:prstGeom>
            <a:noFill/>
            <a:ln>
              <a:noFill/>
            </a:ln>
          </p:spPr>
        </p:pic>
        <p:pic>
          <p:nvPicPr>
            <p:cNvPr id="2011" name="Google Shape;2011;p101"/>
            <p:cNvPicPr preferRelativeResize="0"/>
            <p:nvPr/>
          </p:nvPicPr>
          <p:blipFill rotWithShape="1">
            <a:blip r:embed="rId4">
              <a:alphaModFix/>
            </a:blip>
            <a:srcRect b="0" l="0" r="0" t="0"/>
            <a:stretch/>
          </p:blipFill>
          <p:spPr>
            <a:xfrm>
              <a:off x="7072914" y="4608565"/>
              <a:ext cx="355813" cy="324416"/>
            </a:xfrm>
            <a:prstGeom prst="rect">
              <a:avLst/>
            </a:prstGeom>
            <a:noFill/>
            <a:ln>
              <a:noFill/>
            </a:ln>
          </p:spPr>
        </p:pic>
        <p:pic>
          <p:nvPicPr>
            <p:cNvPr id="2012" name="Google Shape;2012;p101"/>
            <p:cNvPicPr preferRelativeResize="0"/>
            <p:nvPr/>
          </p:nvPicPr>
          <p:blipFill rotWithShape="1">
            <a:blip r:embed="rId5">
              <a:alphaModFix/>
            </a:blip>
            <a:srcRect b="0" l="0" r="0" t="0"/>
            <a:stretch/>
          </p:blipFill>
          <p:spPr>
            <a:xfrm>
              <a:off x="8477828" y="1988475"/>
              <a:ext cx="570347" cy="554646"/>
            </a:xfrm>
            <a:prstGeom prst="rect">
              <a:avLst/>
            </a:prstGeom>
            <a:noFill/>
            <a:ln>
              <a:noFill/>
            </a:ln>
          </p:spPr>
        </p:pic>
      </p:grpSp>
      <p:grpSp>
        <p:nvGrpSpPr>
          <p:cNvPr id="2013" name="Google Shape;2013;p101"/>
          <p:cNvGrpSpPr/>
          <p:nvPr/>
        </p:nvGrpSpPr>
        <p:grpSpPr>
          <a:xfrm>
            <a:off x="809977" y="-442114"/>
            <a:ext cx="2128185" cy="1404810"/>
            <a:chOff x="809977" y="-442114"/>
            <a:chExt cx="2128185" cy="1404810"/>
          </a:xfrm>
        </p:grpSpPr>
        <p:pic>
          <p:nvPicPr>
            <p:cNvPr id="2014" name="Google Shape;2014;p101"/>
            <p:cNvPicPr preferRelativeResize="0"/>
            <p:nvPr/>
          </p:nvPicPr>
          <p:blipFill rotWithShape="1">
            <a:blip r:embed="rId6">
              <a:alphaModFix/>
            </a:blip>
            <a:srcRect b="0" l="0" r="0" t="0"/>
            <a:stretch/>
          </p:blipFill>
          <p:spPr>
            <a:xfrm>
              <a:off x="1299325" y="-442114"/>
              <a:ext cx="977117" cy="977125"/>
            </a:xfrm>
            <a:prstGeom prst="rect">
              <a:avLst/>
            </a:prstGeom>
            <a:noFill/>
            <a:ln>
              <a:noFill/>
            </a:ln>
          </p:spPr>
        </p:pic>
        <p:pic>
          <p:nvPicPr>
            <p:cNvPr id="2015" name="Google Shape;2015;p101"/>
            <p:cNvPicPr preferRelativeResize="0"/>
            <p:nvPr/>
          </p:nvPicPr>
          <p:blipFill rotWithShape="1">
            <a:blip r:embed="rId7">
              <a:alphaModFix/>
            </a:blip>
            <a:srcRect b="0" l="0" r="0" t="0"/>
            <a:stretch/>
          </p:blipFill>
          <p:spPr>
            <a:xfrm>
              <a:off x="2493396" y="214435"/>
              <a:ext cx="444766" cy="303486"/>
            </a:xfrm>
            <a:prstGeom prst="rect">
              <a:avLst/>
            </a:prstGeom>
            <a:noFill/>
            <a:ln>
              <a:noFill/>
            </a:ln>
          </p:spPr>
        </p:pic>
        <p:pic>
          <p:nvPicPr>
            <p:cNvPr id="2016" name="Google Shape;2016;p101"/>
            <p:cNvPicPr preferRelativeResize="0"/>
            <p:nvPr/>
          </p:nvPicPr>
          <p:blipFill rotWithShape="1">
            <a:blip r:embed="rId8">
              <a:alphaModFix/>
            </a:blip>
            <a:srcRect b="0" l="0" r="0" t="0"/>
            <a:stretch/>
          </p:blipFill>
          <p:spPr>
            <a:xfrm>
              <a:off x="809977" y="517933"/>
              <a:ext cx="570347" cy="444763"/>
            </a:xfrm>
            <a:prstGeom prst="rect">
              <a:avLst/>
            </a:prstGeom>
            <a:noFill/>
            <a:ln>
              <a:noFill/>
            </a:ln>
          </p:spPr>
        </p:pic>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_1">
    <p:spTree>
      <p:nvGrpSpPr>
        <p:cNvPr id="2017" name="Shape 2017"/>
        <p:cNvGrpSpPr/>
        <p:nvPr/>
      </p:nvGrpSpPr>
      <p:grpSpPr>
        <a:xfrm>
          <a:off x="0" y="0"/>
          <a:ext cx="0" cy="0"/>
          <a:chOff x="0" y="0"/>
          <a:chExt cx="0" cy="0"/>
        </a:xfrm>
      </p:grpSpPr>
      <p:grpSp>
        <p:nvGrpSpPr>
          <p:cNvPr id="2018" name="Google Shape;2018;p102"/>
          <p:cNvGrpSpPr/>
          <p:nvPr/>
        </p:nvGrpSpPr>
        <p:grpSpPr>
          <a:xfrm>
            <a:off x="-900773" y="-386034"/>
            <a:ext cx="3339175" cy="2490878"/>
            <a:chOff x="-900773" y="-386034"/>
            <a:chExt cx="3339175" cy="2490878"/>
          </a:xfrm>
        </p:grpSpPr>
        <p:pic>
          <p:nvPicPr>
            <p:cNvPr id="2019" name="Google Shape;2019;p102"/>
            <p:cNvPicPr preferRelativeResize="0"/>
            <p:nvPr/>
          </p:nvPicPr>
          <p:blipFill rotWithShape="1">
            <a:blip r:embed="rId2">
              <a:alphaModFix/>
            </a:blip>
            <a:srcRect b="0" l="0" r="0" t="0"/>
            <a:stretch/>
          </p:blipFill>
          <p:spPr>
            <a:xfrm>
              <a:off x="1313952" y="-386034"/>
              <a:ext cx="1124450" cy="1073233"/>
            </a:xfrm>
            <a:prstGeom prst="rect">
              <a:avLst/>
            </a:prstGeom>
            <a:noFill/>
            <a:ln>
              <a:noFill/>
            </a:ln>
          </p:spPr>
        </p:pic>
        <p:pic>
          <p:nvPicPr>
            <p:cNvPr id="2020" name="Google Shape;2020;p102"/>
            <p:cNvPicPr preferRelativeResize="0"/>
            <p:nvPr/>
          </p:nvPicPr>
          <p:blipFill rotWithShape="1">
            <a:blip r:embed="rId3">
              <a:alphaModFix/>
            </a:blip>
            <a:srcRect b="0" l="0" r="0" t="0"/>
            <a:stretch/>
          </p:blipFill>
          <p:spPr>
            <a:xfrm rot="3652713">
              <a:off x="-104015" y="1066170"/>
              <a:ext cx="819118" cy="638750"/>
            </a:xfrm>
            <a:prstGeom prst="rect">
              <a:avLst/>
            </a:prstGeom>
            <a:noFill/>
            <a:ln>
              <a:noFill/>
            </a:ln>
          </p:spPr>
        </p:pic>
        <p:pic>
          <p:nvPicPr>
            <p:cNvPr id="2021" name="Google Shape;2021;p102"/>
            <p:cNvPicPr preferRelativeResize="0"/>
            <p:nvPr/>
          </p:nvPicPr>
          <p:blipFill rotWithShape="1">
            <a:blip r:embed="rId4">
              <a:alphaModFix/>
            </a:blip>
            <a:srcRect b="0" l="0" r="0" t="0"/>
            <a:stretch/>
          </p:blipFill>
          <p:spPr>
            <a:xfrm flipH="1" rot="5740570">
              <a:off x="-385948" y="-654985"/>
              <a:ext cx="2202095" cy="3028795"/>
            </a:xfrm>
            <a:prstGeom prst="rect">
              <a:avLst/>
            </a:prstGeom>
            <a:noFill/>
            <a:ln>
              <a:noFill/>
            </a:ln>
          </p:spPr>
        </p:pic>
      </p:grpSp>
      <p:grpSp>
        <p:nvGrpSpPr>
          <p:cNvPr id="2022" name="Google Shape;2022;p102"/>
          <p:cNvGrpSpPr/>
          <p:nvPr/>
        </p:nvGrpSpPr>
        <p:grpSpPr>
          <a:xfrm>
            <a:off x="7533001" y="11"/>
            <a:ext cx="1873011" cy="1023550"/>
            <a:chOff x="7533001" y="11"/>
            <a:chExt cx="1873011" cy="1023550"/>
          </a:xfrm>
        </p:grpSpPr>
        <p:pic>
          <p:nvPicPr>
            <p:cNvPr id="2023" name="Google Shape;2023;p102"/>
            <p:cNvPicPr preferRelativeResize="0"/>
            <p:nvPr/>
          </p:nvPicPr>
          <p:blipFill rotWithShape="1">
            <a:blip r:embed="rId5">
              <a:alphaModFix/>
            </a:blip>
            <a:srcRect b="0" l="0" r="0" t="0"/>
            <a:stretch/>
          </p:blipFill>
          <p:spPr>
            <a:xfrm>
              <a:off x="7533001" y="11"/>
              <a:ext cx="809724" cy="834132"/>
            </a:xfrm>
            <a:prstGeom prst="rect">
              <a:avLst/>
            </a:prstGeom>
            <a:noFill/>
            <a:ln>
              <a:noFill/>
            </a:ln>
          </p:spPr>
        </p:pic>
        <p:pic>
          <p:nvPicPr>
            <p:cNvPr id="2024" name="Google Shape;2024;p102"/>
            <p:cNvPicPr preferRelativeResize="0"/>
            <p:nvPr/>
          </p:nvPicPr>
          <p:blipFill rotWithShape="1">
            <a:blip r:embed="rId6">
              <a:alphaModFix/>
            </a:blip>
            <a:srcRect b="0" l="0" r="0" t="0"/>
            <a:stretch/>
          </p:blipFill>
          <p:spPr>
            <a:xfrm>
              <a:off x="8428895" y="46436"/>
              <a:ext cx="977117" cy="977125"/>
            </a:xfrm>
            <a:prstGeom prst="rect">
              <a:avLst/>
            </a:prstGeom>
            <a:noFill/>
            <a:ln>
              <a:noFill/>
            </a:ln>
          </p:spPr>
        </p:pic>
      </p:grpSp>
      <p:grpSp>
        <p:nvGrpSpPr>
          <p:cNvPr id="2025" name="Google Shape;2025;p102"/>
          <p:cNvGrpSpPr/>
          <p:nvPr/>
        </p:nvGrpSpPr>
        <p:grpSpPr>
          <a:xfrm>
            <a:off x="5178327" y="3840533"/>
            <a:ext cx="2936286" cy="2302716"/>
            <a:chOff x="5178327" y="3840533"/>
            <a:chExt cx="2936286" cy="2302716"/>
          </a:xfrm>
        </p:grpSpPr>
        <p:pic>
          <p:nvPicPr>
            <p:cNvPr id="2026" name="Google Shape;2026;p102"/>
            <p:cNvPicPr preferRelativeResize="0"/>
            <p:nvPr/>
          </p:nvPicPr>
          <p:blipFill rotWithShape="1">
            <a:blip r:embed="rId7">
              <a:alphaModFix/>
            </a:blip>
            <a:srcRect b="0" l="0" r="0" t="0"/>
            <a:stretch/>
          </p:blipFill>
          <p:spPr>
            <a:xfrm>
              <a:off x="6435623" y="4178374"/>
              <a:ext cx="537325" cy="537325"/>
            </a:xfrm>
            <a:prstGeom prst="rect">
              <a:avLst/>
            </a:prstGeom>
            <a:noFill/>
            <a:ln>
              <a:noFill/>
            </a:ln>
          </p:spPr>
        </p:pic>
        <p:pic>
          <p:nvPicPr>
            <p:cNvPr id="2027" name="Google Shape;2027;p102"/>
            <p:cNvPicPr preferRelativeResize="0"/>
            <p:nvPr/>
          </p:nvPicPr>
          <p:blipFill rotWithShape="1">
            <a:blip r:embed="rId8">
              <a:alphaModFix/>
            </a:blip>
            <a:srcRect b="0" l="0" r="0" t="0"/>
            <a:stretch/>
          </p:blipFill>
          <p:spPr>
            <a:xfrm>
              <a:off x="5178327" y="3840533"/>
              <a:ext cx="537311" cy="509121"/>
            </a:xfrm>
            <a:prstGeom prst="rect">
              <a:avLst/>
            </a:prstGeom>
            <a:noFill/>
            <a:ln>
              <a:noFill/>
            </a:ln>
          </p:spPr>
        </p:pic>
        <p:pic>
          <p:nvPicPr>
            <p:cNvPr id="2028" name="Google Shape;2028;p102"/>
            <p:cNvPicPr preferRelativeResize="0"/>
            <p:nvPr/>
          </p:nvPicPr>
          <p:blipFill rotWithShape="1">
            <a:blip r:embed="rId9">
              <a:alphaModFix/>
            </a:blip>
            <a:srcRect b="0" l="0" r="0" t="0"/>
            <a:stretch/>
          </p:blipFill>
          <p:spPr>
            <a:xfrm>
              <a:off x="7475852" y="4349658"/>
              <a:ext cx="638761" cy="435853"/>
            </a:xfrm>
            <a:prstGeom prst="rect">
              <a:avLst/>
            </a:prstGeom>
            <a:noFill/>
            <a:ln>
              <a:noFill/>
            </a:ln>
          </p:spPr>
        </p:pic>
        <p:pic>
          <p:nvPicPr>
            <p:cNvPr id="2029" name="Google Shape;2029;p102"/>
            <p:cNvPicPr preferRelativeResize="0"/>
            <p:nvPr/>
          </p:nvPicPr>
          <p:blipFill rotWithShape="1">
            <a:blip r:embed="rId10">
              <a:alphaModFix/>
            </a:blip>
            <a:srcRect b="9272" l="0" r="6059" t="0"/>
            <a:stretch/>
          </p:blipFill>
          <p:spPr>
            <a:xfrm>
              <a:off x="5273375" y="4178375"/>
              <a:ext cx="1859701" cy="196487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0.xml"/><Relationship Id="rId22" Type="http://schemas.openxmlformats.org/officeDocument/2006/relationships/slideLayout" Target="../slideLayouts/slideLayout62.xml"/><Relationship Id="rId21" Type="http://schemas.openxmlformats.org/officeDocument/2006/relationships/slideLayout" Target="../slideLayouts/slideLayout61.xml"/><Relationship Id="rId24" Type="http://schemas.openxmlformats.org/officeDocument/2006/relationships/slideLayout" Target="../slideLayouts/slideLayout64.xml"/><Relationship Id="rId23" Type="http://schemas.openxmlformats.org/officeDocument/2006/relationships/slideLayout" Target="../slideLayouts/slideLayout63.xml"/><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9" Type="http://schemas.openxmlformats.org/officeDocument/2006/relationships/slideLayout" Target="../slideLayouts/slideLayout49.xml"/><Relationship Id="rId26" Type="http://schemas.openxmlformats.org/officeDocument/2006/relationships/slideLayout" Target="../slideLayouts/slideLayout66.xml"/><Relationship Id="rId25" Type="http://schemas.openxmlformats.org/officeDocument/2006/relationships/slideLayout" Target="../slideLayouts/slideLayout65.xml"/><Relationship Id="rId28" Type="http://schemas.openxmlformats.org/officeDocument/2006/relationships/slideLayout" Target="../slideLayouts/slideLayout68.xml"/><Relationship Id="rId27" Type="http://schemas.openxmlformats.org/officeDocument/2006/relationships/slideLayout" Target="../slideLayouts/slideLayout67.xml"/><Relationship Id="rId5" Type="http://schemas.openxmlformats.org/officeDocument/2006/relationships/slideLayout" Target="../slideLayouts/slideLayout45.xml"/><Relationship Id="rId6" Type="http://schemas.openxmlformats.org/officeDocument/2006/relationships/slideLayout" Target="../slideLayouts/slideLayout46.xml"/><Relationship Id="rId29" Type="http://schemas.openxmlformats.org/officeDocument/2006/relationships/slideLayout" Target="../slideLayouts/slideLayout69.xml"/><Relationship Id="rId7" Type="http://schemas.openxmlformats.org/officeDocument/2006/relationships/slideLayout" Target="../slideLayouts/slideLayout47.xml"/><Relationship Id="rId8" Type="http://schemas.openxmlformats.org/officeDocument/2006/relationships/slideLayout" Target="../slideLayouts/slideLayout48.xml"/><Relationship Id="rId30" Type="http://schemas.openxmlformats.org/officeDocument/2006/relationships/theme" Target="../theme/theme1.xml"/><Relationship Id="rId11" Type="http://schemas.openxmlformats.org/officeDocument/2006/relationships/slideLayout" Target="../slideLayouts/slideLayout51.xml"/><Relationship Id="rId10" Type="http://schemas.openxmlformats.org/officeDocument/2006/relationships/slideLayout" Target="../slideLayouts/slideLayout50.xml"/><Relationship Id="rId13" Type="http://schemas.openxmlformats.org/officeDocument/2006/relationships/slideLayout" Target="../slideLayouts/slideLayout53.xml"/><Relationship Id="rId12" Type="http://schemas.openxmlformats.org/officeDocument/2006/relationships/slideLayout" Target="../slideLayouts/slideLayout52.xml"/><Relationship Id="rId15" Type="http://schemas.openxmlformats.org/officeDocument/2006/relationships/slideLayout" Target="../slideLayouts/slideLayout55.xml"/><Relationship Id="rId14" Type="http://schemas.openxmlformats.org/officeDocument/2006/relationships/slideLayout" Target="../slideLayouts/slideLayout54.xml"/><Relationship Id="rId17" Type="http://schemas.openxmlformats.org/officeDocument/2006/relationships/slideLayout" Target="../slideLayouts/slideLayout57.xml"/><Relationship Id="rId16" Type="http://schemas.openxmlformats.org/officeDocument/2006/relationships/slideLayout" Target="../slideLayouts/slideLayout56.xml"/><Relationship Id="rId19" Type="http://schemas.openxmlformats.org/officeDocument/2006/relationships/slideLayout" Target="../slideLayouts/slideLayout59.xml"/><Relationship Id="rId18"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9.xml"/><Relationship Id="rId22" Type="http://schemas.openxmlformats.org/officeDocument/2006/relationships/slideLayout" Target="../slideLayouts/slideLayout91.xml"/><Relationship Id="rId21" Type="http://schemas.openxmlformats.org/officeDocument/2006/relationships/slideLayout" Target="../slideLayouts/slideLayout90.xml"/><Relationship Id="rId24" Type="http://schemas.openxmlformats.org/officeDocument/2006/relationships/slideLayout" Target="../slideLayouts/slideLayout93.xml"/><Relationship Id="rId23" Type="http://schemas.openxmlformats.org/officeDocument/2006/relationships/slideLayout" Target="../slideLayouts/slideLayout92.xml"/><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9" Type="http://schemas.openxmlformats.org/officeDocument/2006/relationships/slideLayout" Target="../slideLayouts/slideLayout78.xml"/><Relationship Id="rId26" Type="http://schemas.openxmlformats.org/officeDocument/2006/relationships/slideLayout" Target="../slideLayouts/slideLayout95.xml"/><Relationship Id="rId25" Type="http://schemas.openxmlformats.org/officeDocument/2006/relationships/slideLayout" Target="../slideLayouts/slideLayout94.xml"/><Relationship Id="rId28" Type="http://schemas.openxmlformats.org/officeDocument/2006/relationships/slideLayout" Target="../slideLayouts/slideLayout97.xml"/><Relationship Id="rId27" Type="http://schemas.openxmlformats.org/officeDocument/2006/relationships/slideLayout" Target="../slideLayouts/slideLayout96.xml"/><Relationship Id="rId5" Type="http://schemas.openxmlformats.org/officeDocument/2006/relationships/slideLayout" Target="../slideLayouts/slideLayout74.xml"/><Relationship Id="rId6" Type="http://schemas.openxmlformats.org/officeDocument/2006/relationships/slideLayout" Target="../slideLayouts/slideLayout75.xml"/><Relationship Id="rId29" Type="http://schemas.openxmlformats.org/officeDocument/2006/relationships/slideLayout" Target="../slideLayouts/slideLayout98.xml"/><Relationship Id="rId7" Type="http://schemas.openxmlformats.org/officeDocument/2006/relationships/slideLayout" Target="../slideLayouts/slideLayout76.xml"/><Relationship Id="rId8" Type="http://schemas.openxmlformats.org/officeDocument/2006/relationships/slideLayout" Target="../slideLayouts/slideLayout77.xml"/><Relationship Id="rId30" Type="http://schemas.openxmlformats.org/officeDocument/2006/relationships/theme" Target="../theme/theme5.xml"/><Relationship Id="rId11" Type="http://schemas.openxmlformats.org/officeDocument/2006/relationships/slideLayout" Target="../slideLayouts/slideLayout80.xml"/><Relationship Id="rId10" Type="http://schemas.openxmlformats.org/officeDocument/2006/relationships/slideLayout" Target="../slideLayouts/slideLayout79.xml"/><Relationship Id="rId13" Type="http://schemas.openxmlformats.org/officeDocument/2006/relationships/slideLayout" Target="../slideLayouts/slideLayout82.xml"/><Relationship Id="rId12" Type="http://schemas.openxmlformats.org/officeDocument/2006/relationships/slideLayout" Target="../slideLayouts/slideLayout81.xml"/><Relationship Id="rId15" Type="http://schemas.openxmlformats.org/officeDocument/2006/relationships/slideLayout" Target="../slideLayouts/slideLayout84.xml"/><Relationship Id="rId14" Type="http://schemas.openxmlformats.org/officeDocument/2006/relationships/slideLayout" Target="../slideLayouts/slideLayout83.xml"/><Relationship Id="rId17" Type="http://schemas.openxmlformats.org/officeDocument/2006/relationships/slideLayout" Target="../slideLayouts/slideLayout86.xml"/><Relationship Id="rId16" Type="http://schemas.openxmlformats.org/officeDocument/2006/relationships/slideLayout" Target="../slideLayouts/slideLayout85.xml"/><Relationship Id="rId19" Type="http://schemas.openxmlformats.org/officeDocument/2006/relationships/slideLayout" Target="../slideLayouts/slideLayout88.xml"/><Relationship Id="rId18"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6C3719"/>
            </a:gs>
            <a:gs pos="100000">
              <a:srgbClr val="010101"/>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1pPr>
            <a:lvl2pPr lvl="1"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2pPr>
            <a:lvl3pPr lvl="2"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3pPr>
            <a:lvl4pPr lvl="3"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4pPr>
            <a:lvl5pPr lvl="4"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5pPr>
            <a:lvl6pPr lvl="5"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6pPr>
            <a:lvl7pPr lvl="6"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7pPr>
            <a:lvl8pPr lvl="7"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8pPr>
            <a:lvl9pPr lvl="8"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9pPr>
          </a:lstStyle>
          <a:p/>
        </p:txBody>
      </p:sp>
      <p:sp>
        <p:nvSpPr>
          <p:cNvPr id="52" name="Google Shape;52;p13"/>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6C3719"/>
            </a:gs>
            <a:gs pos="100000">
              <a:srgbClr val="010101"/>
            </a:gs>
          </a:gsLst>
          <a:path path="circle">
            <a:fillToRect b="50%" l="50%" r="50%" t="50%"/>
          </a:path>
          <a:tileRect/>
        </a:gradFill>
      </p:bgPr>
    </p:bg>
    <p:spTree>
      <p:nvGrpSpPr>
        <p:cNvPr id="710" name="Shape 710"/>
        <p:cNvGrpSpPr/>
        <p:nvPr/>
      </p:nvGrpSpPr>
      <p:grpSpPr>
        <a:xfrm>
          <a:off x="0" y="0"/>
          <a:ext cx="0" cy="0"/>
          <a:chOff x="0" y="0"/>
          <a:chExt cx="0" cy="0"/>
        </a:xfrm>
      </p:grpSpPr>
      <p:sp>
        <p:nvSpPr>
          <p:cNvPr id="711" name="Google Shape;711;p43"/>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1pPr>
            <a:lvl2pPr lvl="1"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2pPr>
            <a:lvl3pPr lvl="2"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3pPr>
            <a:lvl4pPr lvl="3"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4pPr>
            <a:lvl5pPr lvl="4"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5pPr>
            <a:lvl6pPr lvl="5"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6pPr>
            <a:lvl7pPr lvl="6"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7pPr>
            <a:lvl8pPr lvl="7"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8pPr>
            <a:lvl9pPr lvl="8"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9pPr>
          </a:lstStyle>
          <a:p/>
        </p:txBody>
      </p:sp>
      <p:sp>
        <p:nvSpPr>
          <p:cNvPr id="712" name="Google Shape;712;p43"/>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6C3719"/>
            </a:gs>
            <a:gs pos="100000">
              <a:srgbClr val="010101"/>
            </a:gs>
          </a:gsLst>
          <a:path path="circle">
            <a:fillToRect b="50%" l="50%" r="50%" t="50%"/>
          </a:path>
          <a:tileRect/>
        </a:gradFill>
      </p:bgPr>
    </p:bg>
    <p:spTree>
      <p:nvGrpSpPr>
        <p:cNvPr id="1370" name="Shape 1370"/>
        <p:cNvGrpSpPr/>
        <p:nvPr/>
      </p:nvGrpSpPr>
      <p:grpSpPr>
        <a:xfrm>
          <a:off x="0" y="0"/>
          <a:ext cx="0" cy="0"/>
          <a:chOff x="0" y="0"/>
          <a:chExt cx="0" cy="0"/>
        </a:xfrm>
      </p:grpSpPr>
      <p:sp>
        <p:nvSpPr>
          <p:cNvPr id="1371" name="Google Shape;1371;p73"/>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1pPr>
            <a:lvl2pPr lvl="1"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2pPr>
            <a:lvl3pPr lvl="2"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3pPr>
            <a:lvl4pPr lvl="3"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4pPr>
            <a:lvl5pPr lvl="4"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5pPr>
            <a:lvl6pPr lvl="5"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6pPr>
            <a:lvl7pPr lvl="6"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7pPr>
            <a:lvl8pPr lvl="7"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8pPr>
            <a:lvl9pPr lvl="8" marR="0" rtl="0" algn="l">
              <a:lnSpc>
                <a:spcPct val="100000"/>
              </a:lnSpc>
              <a:spcBef>
                <a:spcPts val="0"/>
              </a:spcBef>
              <a:spcAft>
                <a:spcPts val="0"/>
              </a:spcAft>
              <a:buClr>
                <a:schemeClr val="dk1"/>
              </a:buClr>
              <a:buSzPts val="3500"/>
              <a:buFont typeface="Taviraj SemiBold"/>
              <a:buNone/>
              <a:defRPr b="0" i="0" sz="3500" u="none" cap="none" strike="noStrike">
                <a:solidFill>
                  <a:schemeClr val="dk1"/>
                </a:solidFill>
                <a:latin typeface="Taviraj SemiBold"/>
                <a:ea typeface="Taviraj SemiBold"/>
                <a:cs typeface="Taviraj SemiBold"/>
                <a:sym typeface="Taviraj SemiBold"/>
              </a:defRPr>
            </a:lvl9pPr>
          </a:lstStyle>
          <a:p/>
        </p:txBody>
      </p:sp>
      <p:sp>
        <p:nvSpPr>
          <p:cNvPr id="1372" name="Google Shape;1372;p73"/>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00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 id="2147483744" r:id="rId28"/>
    <p:sldLayoutId id="214748374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8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86.png"/><Relationship Id="rId6" Type="http://schemas.openxmlformats.org/officeDocument/2006/relationships/image" Target="../media/image8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8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6.xml"/><Relationship Id="rId3" Type="http://schemas.openxmlformats.org/officeDocument/2006/relationships/image" Target="../media/image85.png"/><Relationship Id="rId4" Type="http://schemas.openxmlformats.org/officeDocument/2006/relationships/image" Target="../media/image12.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xml"/><Relationship Id="rId3"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87.jpg"/><Relationship Id="rId4" Type="http://schemas.openxmlformats.org/officeDocument/2006/relationships/image" Target="../media/image21.png"/><Relationship Id="rId9" Type="http://schemas.openxmlformats.org/officeDocument/2006/relationships/hyperlink" Target="https://flowersss27.github.io/DataSci209_FinalProject_CoffeeLens/" TargetMode="External"/><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hyperlink" Target="https://youtu.be/Sd7CDwLra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hyperlink" Target="https://youtu.be/Sd7CDwLraoM" TargetMode="External"/><Relationship Id="rId7" Type="http://schemas.openxmlformats.org/officeDocument/2006/relationships/hyperlink" Target="https://flowersss27.github.io/DataSci209_FinalProject_CoffeeLen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6482B"/>
            </a:gs>
            <a:gs pos="100000">
              <a:srgbClr val="140E09"/>
            </a:gs>
          </a:gsLst>
          <a:path path="circle">
            <a:fillToRect b="50%" l="50%" r="50%" t="50%"/>
          </a:path>
          <a:tileRect/>
        </a:gradFill>
      </p:bgPr>
    </p:bg>
    <p:spTree>
      <p:nvGrpSpPr>
        <p:cNvPr id="2033" name="Shape 2033"/>
        <p:cNvGrpSpPr/>
        <p:nvPr/>
      </p:nvGrpSpPr>
      <p:grpSpPr>
        <a:xfrm>
          <a:off x="0" y="0"/>
          <a:ext cx="0" cy="0"/>
          <a:chOff x="0" y="0"/>
          <a:chExt cx="0" cy="0"/>
        </a:xfrm>
      </p:grpSpPr>
      <p:sp>
        <p:nvSpPr>
          <p:cNvPr id="2034" name="Google Shape;2034;p103"/>
          <p:cNvSpPr txBox="1"/>
          <p:nvPr>
            <p:ph type="ctrTitle"/>
          </p:nvPr>
        </p:nvSpPr>
        <p:spPr>
          <a:xfrm>
            <a:off x="248500" y="962450"/>
            <a:ext cx="4125000" cy="1931100"/>
          </a:xfrm>
          <a:prstGeom prst="rect">
            <a:avLst/>
          </a:prstGeom>
          <a:noFill/>
          <a:ln>
            <a:noFill/>
          </a:ln>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p>
            <a:pPr indent="0" lvl="0" marL="0" rtl="0" algn="l">
              <a:lnSpc>
                <a:spcPct val="100000"/>
              </a:lnSpc>
              <a:spcBef>
                <a:spcPts val="0"/>
              </a:spcBef>
              <a:spcAft>
                <a:spcPts val="0"/>
              </a:spcAft>
              <a:buClr>
                <a:srgbClr val="F5E6D3"/>
              </a:buClr>
              <a:buSzPts val="4200"/>
              <a:buFont typeface="Arial"/>
              <a:buNone/>
            </a:pPr>
            <a:r>
              <a:rPr lang="en" sz="3800">
                <a:solidFill>
                  <a:srgbClr val="F5E6D3"/>
                </a:solidFill>
                <a:latin typeface="Georgia"/>
                <a:ea typeface="Georgia"/>
                <a:cs typeface="Georgia"/>
                <a:sym typeface="Georgia"/>
              </a:rPr>
              <a:t>Global Caffeine Consumption &amp; Health Patterns</a:t>
            </a:r>
            <a:endParaRPr sz="3600">
              <a:highlight>
                <a:schemeClr val="lt2"/>
              </a:highlight>
              <a:latin typeface="Georgia"/>
              <a:ea typeface="Georgia"/>
              <a:cs typeface="Georgia"/>
              <a:sym typeface="Georgia"/>
            </a:endParaRPr>
          </a:p>
        </p:txBody>
      </p:sp>
      <p:pic>
        <p:nvPicPr>
          <p:cNvPr id="2035" name="Google Shape;2035;p103"/>
          <p:cNvPicPr preferRelativeResize="0"/>
          <p:nvPr/>
        </p:nvPicPr>
        <p:blipFill rotWithShape="1">
          <a:blip r:embed="rId3">
            <a:alphaModFix/>
          </a:blip>
          <a:srcRect b="0" l="0" r="0" t="0"/>
          <a:stretch/>
        </p:blipFill>
        <p:spPr>
          <a:xfrm>
            <a:off x="7154676" y="-266489"/>
            <a:ext cx="809724" cy="834132"/>
          </a:xfrm>
          <a:prstGeom prst="rect">
            <a:avLst/>
          </a:prstGeom>
          <a:noFill/>
          <a:ln>
            <a:noFill/>
          </a:ln>
        </p:spPr>
      </p:pic>
      <p:pic>
        <p:nvPicPr>
          <p:cNvPr id="2036" name="Google Shape;2036;p103"/>
          <p:cNvPicPr preferRelativeResize="0"/>
          <p:nvPr/>
        </p:nvPicPr>
        <p:blipFill rotWithShape="1">
          <a:blip r:embed="rId4">
            <a:alphaModFix/>
          </a:blip>
          <a:srcRect b="0" l="0" r="0" t="0"/>
          <a:stretch/>
        </p:blipFill>
        <p:spPr>
          <a:xfrm>
            <a:off x="3682085" y="4762495"/>
            <a:ext cx="819118" cy="638750"/>
          </a:xfrm>
          <a:prstGeom prst="rect">
            <a:avLst/>
          </a:prstGeom>
          <a:noFill/>
          <a:ln>
            <a:noFill/>
          </a:ln>
        </p:spPr>
      </p:pic>
      <p:pic>
        <p:nvPicPr>
          <p:cNvPr id="2037" name="Google Shape;2037;p103"/>
          <p:cNvPicPr preferRelativeResize="0"/>
          <p:nvPr/>
        </p:nvPicPr>
        <p:blipFill rotWithShape="1">
          <a:blip r:embed="rId5">
            <a:alphaModFix/>
          </a:blip>
          <a:srcRect b="0" l="0" r="0" t="0"/>
          <a:stretch/>
        </p:blipFill>
        <p:spPr>
          <a:xfrm>
            <a:off x="7579477" y="4325508"/>
            <a:ext cx="537311" cy="509121"/>
          </a:xfrm>
          <a:prstGeom prst="rect">
            <a:avLst/>
          </a:prstGeom>
          <a:noFill/>
          <a:ln>
            <a:noFill/>
          </a:ln>
        </p:spPr>
      </p:pic>
      <p:pic>
        <p:nvPicPr>
          <p:cNvPr id="2038" name="Google Shape;2038;p103"/>
          <p:cNvPicPr preferRelativeResize="0"/>
          <p:nvPr/>
        </p:nvPicPr>
        <p:blipFill rotWithShape="1">
          <a:blip r:embed="rId6">
            <a:alphaModFix/>
          </a:blip>
          <a:srcRect b="0" l="0" r="0" t="0"/>
          <a:stretch/>
        </p:blipFill>
        <p:spPr>
          <a:xfrm>
            <a:off x="3814227" y="3307183"/>
            <a:ext cx="638761" cy="435853"/>
          </a:xfrm>
          <a:prstGeom prst="rect">
            <a:avLst/>
          </a:prstGeom>
          <a:noFill/>
          <a:ln>
            <a:noFill/>
          </a:ln>
        </p:spPr>
      </p:pic>
      <p:pic>
        <p:nvPicPr>
          <p:cNvPr id="2039" name="Google Shape;2039;p103"/>
          <p:cNvPicPr preferRelativeResize="0"/>
          <p:nvPr/>
        </p:nvPicPr>
        <p:blipFill rotWithShape="1">
          <a:blip r:embed="rId5">
            <a:alphaModFix/>
          </a:blip>
          <a:srcRect b="0" l="0" r="0" t="0"/>
          <a:stretch/>
        </p:blipFill>
        <p:spPr>
          <a:xfrm>
            <a:off x="2719325" y="175249"/>
            <a:ext cx="537300" cy="638750"/>
          </a:xfrm>
          <a:prstGeom prst="rect">
            <a:avLst/>
          </a:prstGeom>
          <a:noFill/>
          <a:ln>
            <a:noFill/>
          </a:ln>
        </p:spPr>
      </p:pic>
      <p:pic>
        <p:nvPicPr>
          <p:cNvPr id="2040" name="Google Shape;2040;p103"/>
          <p:cNvPicPr preferRelativeResize="0"/>
          <p:nvPr/>
        </p:nvPicPr>
        <p:blipFill rotWithShape="1">
          <a:blip r:embed="rId5">
            <a:alphaModFix/>
          </a:blip>
          <a:srcRect b="0" l="0" r="0" t="0"/>
          <a:stretch/>
        </p:blipFill>
        <p:spPr>
          <a:xfrm>
            <a:off x="2468640" y="2642983"/>
            <a:ext cx="537311" cy="509121"/>
          </a:xfrm>
          <a:prstGeom prst="rect">
            <a:avLst/>
          </a:prstGeom>
          <a:noFill/>
          <a:ln>
            <a:noFill/>
          </a:ln>
        </p:spPr>
      </p:pic>
      <p:pic>
        <p:nvPicPr>
          <p:cNvPr id="2041" name="Google Shape;2041;p103"/>
          <p:cNvPicPr preferRelativeResize="0"/>
          <p:nvPr/>
        </p:nvPicPr>
        <p:blipFill rotWithShape="1">
          <a:blip r:embed="rId3">
            <a:alphaModFix/>
          </a:blip>
          <a:srcRect b="0" l="0" r="0" t="0"/>
          <a:stretch/>
        </p:blipFill>
        <p:spPr>
          <a:xfrm>
            <a:off x="7307076" y="-114089"/>
            <a:ext cx="809724" cy="834132"/>
          </a:xfrm>
          <a:prstGeom prst="rect">
            <a:avLst/>
          </a:prstGeom>
          <a:noFill/>
          <a:ln>
            <a:noFill/>
          </a:ln>
        </p:spPr>
      </p:pic>
      <p:pic>
        <p:nvPicPr>
          <p:cNvPr id="2042" name="Google Shape;2042;p103"/>
          <p:cNvPicPr preferRelativeResize="0"/>
          <p:nvPr/>
        </p:nvPicPr>
        <p:blipFill rotWithShape="1">
          <a:blip r:embed="rId4">
            <a:alphaModFix/>
          </a:blip>
          <a:srcRect b="0" l="0" r="0" t="0"/>
          <a:stretch/>
        </p:blipFill>
        <p:spPr>
          <a:xfrm>
            <a:off x="4064285" y="233195"/>
            <a:ext cx="819118" cy="638750"/>
          </a:xfrm>
          <a:prstGeom prst="rect">
            <a:avLst/>
          </a:prstGeom>
          <a:noFill/>
          <a:ln>
            <a:noFill/>
          </a:ln>
        </p:spPr>
      </p:pic>
      <p:pic>
        <p:nvPicPr>
          <p:cNvPr id="2043" name="Google Shape;2043;p103"/>
          <p:cNvPicPr preferRelativeResize="0"/>
          <p:nvPr/>
        </p:nvPicPr>
        <p:blipFill rotWithShape="1">
          <a:blip r:embed="rId6">
            <a:alphaModFix/>
          </a:blip>
          <a:srcRect b="0" l="0" r="0" t="0"/>
          <a:stretch/>
        </p:blipFill>
        <p:spPr>
          <a:xfrm>
            <a:off x="603190" y="3968658"/>
            <a:ext cx="638761" cy="435853"/>
          </a:xfrm>
          <a:prstGeom prst="rect">
            <a:avLst/>
          </a:prstGeom>
          <a:noFill/>
          <a:ln>
            <a:noFill/>
          </a:ln>
        </p:spPr>
      </p:pic>
      <p:pic>
        <p:nvPicPr>
          <p:cNvPr id="2044" name="Google Shape;2044;p103"/>
          <p:cNvPicPr preferRelativeResize="0"/>
          <p:nvPr/>
        </p:nvPicPr>
        <p:blipFill>
          <a:blip r:embed="rId7">
            <a:alphaModFix/>
          </a:blip>
          <a:stretch>
            <a:fillRect/>
          </a:stretch>
        </p:blipFill>
        <p:spPr>
          <a:xfrm>
            <a:off x="4532450" y="716749"/>
            <a:ext cx="4125000" cy="3575326"/>
          </a:xfrm>
          <a:prstGeom prst="rect">
            <a:avLst/>
          </a:prstGeom>
          <a:noFill/>
          <a:ln cap="flat" cmpd="sng" w="38100">
            <a:solidFill>
              <a:srgbClr val="38761D"/>
            </a:solidFill>
            <a:prstDash val="solid"/>
            <a:round/>
            <a:headEnd len="sm" w="sm" type="none"/>
            <a:tailEnd len="sm" w="sm" type="none"/>
          </a:ln>
        </p:spPr>
      </p:pic>
      <p:sp>
        <p:nvSpPr>
          <p:cNvPr id="2045" name="Google Shape;2045;p103"/>
          <p:cNvSpPr/>
          <p:nvPr/>
        </p:nvSpPr>
        <p:spPr>
          <a:xfrm>
            <a:off x="436073" y="3152100"/>
            <a:ext cx="3479100" cy="320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4A574"/>
              </a:buClr>
              <a:buSzPts val="1800"/>
              <a:buFont typeface="Arial"/>
              <a:buNone/>
            </a:pPr>
            <a:r>
              <a:rPr lang="en" sz="1500">
                <a:solidFill>
                  <a:srgbClr val="D4A574"/>
                </a:solidFill>
              </a:rPr>
              <a:t>Final</a:t>
            </a:r>
            <a:r>
              <a:rPr lang="en" sz="1500">
                <a:solidFill>
                  <a:srgbClr val="D4A574"/>
                </a:solidFill>
              </a:rPr>
              <a:t> Presentation &amp; Demo</a:t>
            </a:r>
            <a:endParaRPr b="0" i="0" sz="1500" u="none" cap="none" strike="noStrike">
              <a:solidFill>
                <a:srgbClr val="000000"/>
              </a:solidFill>
              <a:latin typeface="Calibri"/>
              <a:ea typeface="Calibri"/>
              <a:cs typeface="Calibri"/>
              <a:sym typeface="Calibri"/>
            </a:endParaRPr>
          </a:p>
        </p:txBody>
      </p:sp>
      <p:sp>
        <p:nvSpPr>
          <p:cNvPr id="2046" name="Google Shape;2046;p103"/>
          <p:cNvSpPr/>
          <p:nvPr/>
        </p:nvSpPr>
        <p:spPr>
          <a:xfrm>
            <a:off x="1104050" y="4762500"/>
            <a:ext cx="6059100" cy="320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5E6D3"/>
              </a:buClr>
              <a:buSzPts val="1350"/>
              <a:buFont typeface="Arial"/>
              <a:buNone/>
            </a:pPr>
            <a:r>
              <a:rPr lang="en" sz="1250">
                <a:solidFill>
                  <a:srgbClr val="F5E6D3"/>
                </a:solidFill>
              </a:rPr>
              <a:t>W209 Section 3: </a:t>
            </a:r>
            <a:r>
              <a:rPr lang="en" sz="1250">
                <a:solidFill>
                  <a:srgbClr val="F5E6D3"/>
                </a:solidFill>
              </a:rPr>
              <a:t>Abhay Naik • </a:t>
            </a:r>
            <a:r>
              <a:rPr b="0" i="0" lang="en" sz="1250" u="none" cap="none" strike="noStrike">
                <a:solidFill>
                  <a:srgbClr val="F5E6D3"/>
                </a:solidFill>
                <a:latin typeface="Arial"/>
                <a:ea typeface="Arial"/>
                <a:cs typeface="Arial"/>
                <a:sym typeface="Arial"/>
              </a:rPr>
              <a:t>Nichol Flowers • Oleksii Lavrenin • Bryan Park</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104"/>
          <p:cNvSpPr txBox="1"/>
          <p:nvPr>
            <p:ph type="title"/>
          </p:nvPr>
        </p:nvSpPr>
        <p:spPr>
          <a:xfrm>
            <a:off x="4648200" y="1258600"/>
            <a:ext cx="3400500" cy="614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sz="4000">
                <a:solidFill>
                  <a:schemeClr val="lt2"/>
                </a:solidFill>
                <a:latin typeface="Georgia"/>
                <a:ea typeface="Georgia"/>
                <a:cs typeface="Georgia"/>
                <a:sym typeface="Georgia"/>
              </a:rPr>
              <a:t>Introduction</a:t>
            </a:r>
            <a:endParaRPr sz="4000">
              <a:solidFill>
                <a:schemeClr val="lt2"/>
              </a:solidFill>
              <a:latin typeface="Georgia"/>
              <a:ea typeface="Georgia"/>
              <a:cs typeface="Georgia"/>
              <a:sym typeface="Georgia"/>
            </a:endParaRPr>
          </a:p>
        </p:txBody>
      </p:sp>
      <p:sp>
        <p:nvSpPr>
          <p:cNvPr id="2052" name="Google Shape;2052;p104"/>
          <p:cNvSpPr txBox="1"/>
          <p:nvPr>
            <p:ph idx="1" type="subTitle"/>
          </p:nvPr>
        </p:nvSpPr>
        <p:spPr>
          <a:xfrm>
            <a:off x="4440625" y="1967925"/>
            <a:ext cx="3931800" cy="2148900"/>
          </a:xfrm>
          <a:prstGeom prst="rect">
            <a:avLst/>
          </a:prstGeom>
          <a:noFill/>
          <a:ln cap="flat" cmpd="sng" w="3810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latin typeface="Times New Roman"/>
                <a:ea typeface="Times New Roman"/>
                <a:cs typeface="Times New Roman"/>
                <a:sym typeface="Times New Roman"/>
              </a:rPr>
              <a:t>For many, c</a:t>
            </a:r>
            <a:r>
              <a:rPr lang="en" sz="1700">
                <a:latin typeface="Times New Roman"/>
                <a:ea typeface="Times New Roman"/>
                <a:cs typeface="Times New Roman"/>
                <a:sym typeface="Times New Roman"/>
              </a:rPr>
              <a:t>affeine is part of daily life, and its relationship to stress depends on more than intake alone.  </a:t>
            </a:r>
            <a:r>
              <a:rPr lang="en" sz="1700">
                <a:latin typeface="Times New Roman"/>
                <a:ea typeface="Times New Roman"/>
                <a:cs typeface="Times New Roman"/>
                <a:sym typeface="Times New Roman"/>
              </a:rPr>
              <a:t>We set out to </a:t>
            </a:r>
            <a:r>
              <a:rPr lang="en" sz="1700">
                <a:latin typeface="Times New Roman"/>
                <a:ea typeface="Times New Roman"/>
                <a:cs typeface="Times New Roman"/>
                <a:sym typeface="Times New Roman"/>
              </a:rPr>
              <a:t>examine how caffeine relates to stress and how factors such as country, age, sleep, and physical activity shape that relationship. </a:t>
            </a:r>
            <a:endParaRPr sz="1700">
              <a:latin typeface="Arial"/>
              <a:ea typeface="Arial"/>
              <a:cs typeface="Arial"/>
              <a:sym typeface="Arial"/>
            </a:endParaRPr>
          </a:p>
          <a:p>
            <a:pPr indent="0" lvl="0" marL="0" rtl="0" algn="l">
              <a:lnSpc>
                <a:spcPct val="100000"/>
              </a:lnSpc>
              <a:spcBef>
                <a:spcPts val="0"/>
              </a:spcBef>
              <a:spcAft>
                <a:spcPts val="0"/>
              </a:spcAft>
              <a:buSzPts val="1400"/>
              <a:buNone/>
            </a:pPr>
            <a:r>
              <a:t/>
            </a:r>
            <a:endParaRPr sz="1300">
              <a:latin typeface="Times New Roman"/>
              <a:ea typeface="Times New Roman"/>
              <a:cs typeface="Times New Roman"/>
              <a:sym typeface="Times New Roman"/>
            </a:endParaRPr>
          </a:p>
        </p:txBody>
      </p:sp>
      <p:pic>
        <p:nvPicPr>
          <p:cNvPr id="2053" name="Google Shape;2053;p104"/>
          <p:cNvPicPr preferRelativeResize="0"/>
          <p:nvPr/>
        </p:nvPicPr>
        <p:blipFill rotWithShape="1">
          <a:blip r:embed="rId3">
            <a:alphaModFix/>
          </a:blip>
          <a:srcRect b="0" l="0" r="0" t="0"/>
          <a:stretch/>
        </p:blipFill>
        <p:spPr>
          <a:xfrm flipH="1">
            <a:off x="3089242" y="4180215"/>
            <a:ext cx="537311" cy="509121"/>
          </a:xfrm>
          <a:prstGeom prst="rect">
            <a:avLst/>
          </a:prstGeom>
          <a:noFill/>
          <a:ln>
            <a:noFill/>
          </a:ln>
        </p:spPr>
      </p:pic>
      <p:pic>
        <p:nvPicPr>
          <p:cNvPr id="2054" name="Google Shape;2054;p104"/>
          <p:cNvPicPr preferRelativeResize="0"/>
          <p:nvPr/>
        </p:nvPicPr>
        <p:blipFill rotWithShape="1">
          <a:blip r:embed="rId4">
            <a:alphaModFix/>
          </a:blip>
          <a:srcRect b="0" l="0" r="0" t="0"/>
          <a:stretch/>
        </p:blipFill>
        <p:spPr>
          <a:xfrm flipH="1">
            <a:off x="351173" y="3653693"/>
            <a:ext cx="638761" cy="435853"/>
          </a:xfrm>
          <a:prstGeom prst="rect">
            <a:avLst/>
          </a:prstGeom>
          <a:noFill/>
          <a:ln>
            <a:noFill/>
          </a:ln>
        </p:spPr>
      </p:pic>
      <p:pic>
        <p:nvPicPr>
          <p:cNvPr id="2055" name="Google Shape;2055;p104"/>
          <p:cNvPicPr preferRelativeResize="0"/>
          <p:nvPr/>
        </p:nvPicPr>
        <p:blipFill rotWithShape="1">
          <a:blip r:embed="rId5">
            <a:alphaModFix/>
          </a:blip>
          <a:srcRect b="0" l="0" r="0" t="0"/>
          <a:stretch/>
        </p:blipFill>
        <p:spPr>
          <a:xfrm>
            <a:off x="6817250" y="4150172"/>
            <a:ext cx="673506" cy="614077"/>
          </a:xfrm>
          <a:prstGeom prst="rect">
            <a:avLst/>
          </a:prstGeom>
          <a:noFill/>
          <a:ln>
            <a:noFill/>
          </a:ln>
        </p:spPr>
      </p:pic>
      <p:pic>
        <p:nvPicPr>
          <p:cNvPr id="2056" name="Google Shape;2056;p104"/>
          <p:cNvPicPr preferRelativeResize="0"/>
          <p:nvPr/>
        </p:nvPicPr>
        <p:blipFill>
          <a:blip r:embed="rId6">
            <a:alphaModFix/>
          </a:blip>
          <a:stretch>
            <a:fillRect/>
          </a:stretch>
        </p:blipFill>
        <p:spPr>
          <a:xfrm>
            <a:off x="152400" y="725001"/>
            <a:ext cx="3835450" cy="2147850"/>
          </a:xfrm>
          <a:prstGeom prst="rect">
            <a:avLst/>
          </a:prstGeom>
          <a:noFill/>
          <a:ln cap="flat" cmpd="sng" w="38100">
            <a:solidFill>
              <a:srgbClr val="38761D"/>
            </a:solidFill>
            <a:prstDash val="solid"/>
            <a:round/>
            <a:headEnd len="sm" w="sm" type="none"/>
            <a:tailEnd len="sm" w="sm" type="none"/>
          </a:ln>
        </p:spPr>
      </p:pic>
      <p:pic>
        <p:nvPicPr>
          <p:cNvPr id="2057" name="Google Shape;2057;p104"/>
          <p:cNvPicPr preferRelativeResize="0"/>
          <p:nvPr/>
        </p:nvPicPr>
        <p:blipFill rotWithShape="1">
          <a:blip r:embed="rId5">
            <a:alphaModFix/>
          </a:blip>
          <a:srcRect b="0" l="0" r="0" t="0"/>
          <a:stretch/>
        </p:blipFill>
        <p:spPr>
          <a:xfrm>
            <a:off x="7552125" y="373347"/>
            <a:ext cx="673506" cy="6140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105"/>
          <p:cNvSpPr txBox="1"/>
          <p:nvPr>
            <p:ph idx="1" type="subTitle"/>
          </p:nvPr>
        </p:nvSpPr>
        <p:spPr>
          <a:xfrm>
            <a:off x="2476375" y="1489400"/>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Our Starting Point</a:t>
            </a:r>
            <a:endParaRPr/>
          </a:p>
        </p:txBody>
      </p:sp>
      <p:sp>
        <p:nvSpPr>
          <p:cNvPr id="2063" name="Google Shape;2063;p105"/>
          <p:cNvSpPr txBox="1"/>
          <p:nvPr>
            <p:ph idx="2" type="subTitle"/>
          </p:nvPr>
        </p:nvSpPr>
        <p:spPr>
          <a:xfrm>
            <a:off x="2476375" y="2632974"/>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Technical Foundation</a:t>
            </a:r>
            <a:endParaRPr/>
          </a:p>
        </p:txBody>
      </p:sp>
      <p:sp>
        <p:nvSpPr>
          <p:cNvPr id="2064" name="Google Shape;2064;p105"/>
          <p:cNvSpPr txBox="1"/>
          <p:nvPr>
            <p:ph idx="3" type="subTitle"/>
          </p:nvPr>
        </p:nvSpPr>
        <p:spPr>
          <a:xfrm>
            <a:off x="2476375" y="3776473"/>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Key Features</a:t>
            </a:r>
            <a:endParaRPr/>
          </a:p>
        </p:txBody>
      </p:sp>
      <p:sp>
        <p:nvSpPr>
          <p:cNvPr id="2065" name="Google Shape;2065;p105"/>
          <p:cNvSpPr txBox="1"/>
          <p:nvPr>
            <p:ph idx="4" type="subTitle"/>
          </p:nvPr>
        </p:nvSpPr>
        <p:spPr>
          <a:xfrm>
            <a:off x="2476375" y="18016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Built a traditional D3.js dashboard exploring 10,000 records across 20 countries with real-time filtering by country, age, gender, and caffeine intake</a:t>
            </a:r>
            <a:endParaRPr/>
          </a:p>
        </p:txBody>
      </p:sp>
      <p:sp>
        <p:nvSpPr>
          <p:cNvPr id="2066" name="Google Shape;2066;p105"/>
          <p:cNvSpPr txBox="1"/>
          <p:nvPr>
            <p:ph idx="5" type="subTitle"/>
          </p:nvPr>
        </p:nvSpPr>
        <p:spPr>
          <a:xfrm>
            <a:off x="2476375" y="29451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Pure D3.js v7 with responsive CSS Grid, interactive tooltips, linear regression, and animated transitions across all charts</a:t>
            </a:r>
            <a:endParaRPr/>
          </a:p>
        </p:txBody>
      </p:sp>
      <p:sp>
        <p:nvSpPr>
          <p:cNvPr id="2067" name="Google Shape;2067;p105"/>
          <p:cNvSpPr txBox="1"/>
          <p:nvPr>
            <p:ph idx="6" type="subTitle"/>
          </p:nvPr>
        </p:nvSpPr>
        <p:spPr>
          <a:xfrm>
            <a:off x="2476375" y="40886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Scatter plots, histograms, heatmaps, and metric cards with color encoding for gender, stress intensity, and caffeine levels</a:t>
            </a:r>
            <a:endParaRPr/>
          </a:p>
        </p:txBody>
      </p:sp>
      <p:grpSp>
        <p:nvGrpSpPr>
          <p:cNvPr id="2068" name="Google Shape;2068;p105"/>
          <p:cNvGrpSpPr/>
          <p:nvPr/>
        </p:nvGrpSpPr>
        <p:grpSpPr>
          <a:xfrm>
            <a:off x="1879936" y="2839072"/>
            <a:ext cx="433451" cy="428071"/>
            <a:chOff x="4705440" y="2467296"/>
            <a:chExt cx="341838" cy="337569"/>
          </a:xfrm>
        </p:grpSpPr>
        <p:sp>
          <p:nvSpPr>
            <p:cNvPr id="2069" name="Google Shape;2069;p105"/>
            <p:cNvSpPr/>
            <p:nvPr/>
          </p:nvSpPr>
          <p:spPr>
            <a:xfrm>
              <a:off x="4838226" y="2467296"/>
              <a:ext cx="75584" cy="76296"/>
            </a:xfrm>
            <a:custGeom>
              <a:rect b="b" l="l" r="r" t="t"/>
              <a:pathLst>
                <a:path extrusionOk="0" h="2573" w="2549">
                  <a:moveTo>
                    <a:pt x="1262" y="0"/>
                  </a:moveTo>
                  <a:cubicBezTo>
                    <a:pt x="572" y="0"/>
                    <a:pt x="0" y="572"/>
                    <a:pt x="0" y="1286"/>
                  </a:cubicBezTo>
                  <a:cubicBezTo>
                    <a:pt x="0" y="2001"/>
                    <a:pt x="572" y="2572"/>
                    <a:pt x="1262" y="2572"/>
                  </a:cubicBezTo>
                  <a:cubicBezTo>
                    <a:pt x="1977" y="2572"/>
                    <a:pt x="2548" y="2001"/>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105"/>
            <p:cNvSpPr/>
            <p:nvPr/>
          </p:nvSpPr>
          <p:spPr>
            <a:xfrm>
              <a:off x="4925791" y="2499084"/>
              <a:ext cx="75584" cy="76266"/>
            </a:xfrm>
            <a:custGeom>
              <a:rect b="b" l="l" r="r" t="t"/>
              <a:pathLst>
                <a:path extrusionOk="0" h="2572" w="2549">
                  <a:moveTo>
                    <a:pt x="1262" y="0"/>
                  </a:moveTo>
                  <a:cubicBezTo>
                    <a:pt x="572" y="0"/>
                    <a:pt x="0" y="572"/>
                    <a:pt x="0" y="1286"/>
                  </a:cubicBezTo>
                  <a:cubicBezTo>
                    <a:pt x="0" y="2000"/>
                    <a:pt x="572" y="2572"/>
                    <a:pt x="1262" y="2572"/>
                  </a:cubicBezTo>
                  <a:cubicBezTo>
                    <a:pt x="1977" y="2572"/>
                    <a:pt x="2548" y="2000"/>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105"/>
            <p:cNvSpPr/>
            <p:nvPr/>
          </p:nvSpPr>
          <p:spPr>
            <a:xfrm>
              <a:off x="4971694" y="2578880"/>
              <a:ext cx="75584" cy="75584"/>
            </a:xfrm>
            <a:custGeom>
              <a:rect b="b" l="l" r="r" t="t"/>
              <a:pathLst>
                <a:path extrusionOk="0" h="2549" w="2549">
                  <a:moveTo>
                    <a:pt x="1262" y="0"/>
                  </a:moveTo>
                  <a:cubicBezTo>
                    <a:pt x="572" y="0"/>
                    <a:pt x="0" y="572"/>
                    <a:pt x="0" y="1286"/>
                  </a:cubicBezTo>
                  <a:cubicBezTo>
                    <a:pt x="0" y="1977"/>
                    <a:pt x="572" y="2548"/>
                    <a:pt x="1262" y="2548"/>
                  </a:cubicBezTo>
                  <a:cubicBezTo>
                    <a:pt x="1977" y="2548"/>
                    <a:pt x="2548" y="1977"/>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105"/>
            <p:cNvSpPr/>
            <p:nvPr/>
          </p:nvSpPr>
          <p:spPr>
            <a:xfrm>
              <a:off x="4955444" y="2669974"/>
              <a:ext cx="75584" cy="75584"/>
            </a:xfrm>
            <a:custGeom>
              <a:rect b="b" l="l" r="r" t="t"/>
              <a:pathLst>
                <a:path extrusionOk="0" h="2549" w="2549">
                  <a:moveTo>
                    <a:pt x="1286" y="0"/>
                  </a:moveTo>
                  <a:cubicBezTo>
                    <a:pt x="572" y="0"/>
                    <a:pt x="0" y="572"/>
                    <a:pt x="0" y="1262"/>
                  </a:cubicBezTo>
                  <a:cubicBezTo>
                    <a:pt x="0" y="1977"/>
                    <a:pt x="572" y="2548"/>
                    <a:pt x="1286" y="2548"/>
                  </a:cubicBezTo>
                  <a:cubicBezTo>
                    <a:pt x="1977" y="2548"/>
                    <a:pt x="2548" y="1977"/>
                    <a:pt x="2548" y="1262"/>
                  </a:cubicBezTo>
                  <a:cubicBezTo>
                    <a:pt x="2548" y="572"/>
                    <a:pt x="1977" y="0"/>
                    <a:pt x="1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105"/>
            <p:cNvSpPr/>
            <p:nvPr/>
          </p:nvSpPr>
          <p:spPr>
            <a:xfrm>
              <a:off x="4884811" y="2728569"/>
              <a:ext cx="75584" cy="76296"/>
            </a:xfrm>
            <a:custGeom>
              <a:rect b="b" l="l" r="r" t="t"/>
              <a:pathLst>
                <a:path extrusionOk="0" h="2573" w="2549">
                  <a:moveTo>
                    <a:pt x="1287" y="1"/>
                  </a:moveTo>
                  <a:cubicBezTo>
                    <a:pt x="572" y="1"/>
                    <a:pt x="1" y="572"/>
                    <a:pt x="1" y="1287"/>
                  </a:cubicBezTo>
                  <a:cubicBezTo>
                    <a:pt x="1" y="2001"/>
                    <a:pt x="572" y="2573"/>
                    <a:pt x="1287" y="2573"/>
                  </a:cubicBezTo>
                  <a:cubicBezTo>
                    <a:pt x="1977" y="2573"/>
                    <a:pt x="2549" y="2001"/>
                    <a:pt x="2549" y="1287"/>
                  </a:cubicBezTo>
                  <a:cubicBezTo>
                    <a:pt x="2549" y="572"/>
                    <a:pt x="1977" y="1"/>
                    <a:pt x="1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105"/>
            <p:cNvSpPr/>
            <p:nvPr/>
          </p:nvSpPr>
          <p:spPr>
            <a:xfrm>
              <a:off x="4792323" y="2728569"/>
              <a:ext cx="75584" cy="76296"/>
            </a:xfrm>
            <a:custGeom>
              <a:rect b="b" l="l" r="r" t="t"/>
              <a:pathLst>
                <a:path extrusionOk="0" h="2573" w="2549">
                  <a:moveTo>
                    <a:pt x="1286" y="1"/>
                  </a:moveTo>
                  <a:cubicBezTo>
                    <a:pt x="572" y="1"/>
                    <a:pt x="0" y="572"/>
                    <a:pt x="0" y="1287"/>
                  </a:cubicBezTo>
                  <a:cubicBezTo>
                    <a:pt x="0" y="2001"/>
                    <a:pt x="572" y="2573"/>
                    <a:pt x="1286" y="2573"/>
                  </a:cubicBezTo>
                  <a:cubicBezTo>
                    <a:pt x="1977" y="2573"/>
                    <a:pt x="2548" y="2001"/>
                    <a:pt x="2548" y="1287"/>
                  </a:cubicBezTo>
                  <a:cubicBezTo>
                    <a:pt x="2548" y="572"/>
                    <a:pt x="1977" y="1"/>
                    <a:pt x="128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105"/>
            <p:cNvSpPr/>
            <p:nvPr/>
          </p:nvSpPr>
          <p:spPr>
            <a:xfrm>
              <a:off x="4721689" y="2669974"/>
              <a:ext cx="75584" cy="75584"/>
            </a:xfrm>
            <a:custGeom>
              <a:rect b="b" l="l" r="r" t="t"/>
              <a:pathLst>
                <a:path extrusionOk="0" h="2549" w="2549">
                  <a:moveTo>
                    <a:pt x="1287" y="0"/>
                  </a:moveTo>
                  <a:cubicBezTo>
                    <a:pt x="572" y="0"/>
                    <a:pt x="1" y="572"/>
                    <a:pt x="1" y="1262"/>
                  </a:cubicBezTo>
                  <a:cubicBezTo>
                    <a:pt x="1" y="1977"/>
                    <a:pt x="572" y="2548"/>
                    <a:pt x="1287" y="2548"/>
                  </a:cubicBezTo>
                  <a:cubicBezTo>
                    <a:pt x="1977" y="2548"/>
                    <a:pt x="2549" y="1977"/>
                    <a:pt x="2549" y="1262"/>
                  </a:cubicBezTo>
                  <a:cubicBezTo>
                    <a:pt x="2549" y="572"/>
                    <a:pt x="1977" y="0"/>
                    <a:pt x="12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105"/>
            <p:cNvSpPr/>
            <p:nvPr/>
          </p:nvSpPr>
          <p:spPr>
            <a:xfrm>
              <a:off x="4705440" y="2579562"/>
              <a:ext cx="76296" cy="76296"/>
            </a:xfrm>
            <a:custGeom>
              <a:rect b="b" l="l" r="r" t="t"/>
              <a:pathLst>
                <a:path extrusionOk="0" h="2573" w="2573">
                  <a:moveTo>
                    <a:pt x="1287" y="1"/>
                  </a:moveTo>
                  <a:cubicBezTo>
                    <a:pt x="573" y="1"/>
                    <a:pt x="1" y="572"/>
                    <a:pt x="1" y="1287"/>
                  </a:cubicBezTo>
                  <a:cubicBezTo>
                    <a:pt x="1" y="1977"/>
                    <a:pt x="573" y="2573"/>
                    <a:pt x="1287" y="2573"/>
                  </a:cubicBezTo>
                  <a:cubicBezTo>
                    <a:pt x="2001" y="2573"/>
                    <a:pt x="2573" y="1977"/>
                    <a:pt x="2573" y="1287"/>
                  </a:cubicBezTo>
                  <a:cubicBezTo>
                    <a:pt x="2573" y="572"/>
                    <a:pt x="2001" y="1"/>
                    <a:pt x="1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105"/>
            <p:cNvSpPr/>
            <p:nvPr/>
          </p:nvSpPr>
          <p:spPr>
            <a:xfrm>
              <a:off x="4751342" y="2499084"/>
              <a:ext cx="76296" cy="76266"/>
            </a:xfrm>
            <a:custGeom>
              <a:rect b="b" l="l" r="r" t="t"/>
              <a:pathLst>
                <a:path extrusionOk="0" h="2572" w="2573">
                  <a:moveTo>
                    <a:pt x="1287" y="0"/>
                  </a:moveTo>
                  <a:cubicBezTo>
                    <a:pt x="572" y="0"/>
                    <a:pt x="1" y="572"/>
                    <a:pt x="1" y="1286"/>
                  </a:cubicBezTo>
                  <a:cubicBezTo>
                    <a:pt x="1" y="2000"/>
                    <a:pt x="572" y="2572"/>
                    <a:pt x="1287" y="2572"/>
                  </a:cubicBezTo>
                  <a:cubicBezTo>
                    <a:pt x="2001" y="2572"/>
                    <a:pt x="2573" y="2000"/>
                    <a:pt x="2573" y="1286"/>
                  </a:cubicBezTo>
                  <a:cubicBezTo>
                    <a:pt x="2573" y="572"/>
                    <a:pt x="2001" y="0"/>
                    <a:pt x="12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105"/>
            <p:cNvSpPr/>
            <p:nvPr/>
          </p:nvSpPr>
          <p:spPr>
            <a:xfrm>
              <a:off x="4866456" y="2645955"/>
              <a:ext cx="62181" cy="20520"/>
            </a:xfrm>
            <a:custGeom>
              <a:rect b="b" l="l" r="r" t="t"/>
              <a:pathLst>
                <a:path extrusionOk="0" h="692" w="2097">
                  <a:moveTo>
                    <a:pt x="1" y="0"/>
                  </a:moveTo>
                  <a:lnTo>
                    <a:pt x="1" y="691"/>
                  </a:lnTo>
                  <a:lnTo>
                    <a:pt x="2096" y="691"/>
                  </a:lnTo>
                  <a:lnTo>
                    <a:pt x="209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105"/>
            <p:cNvSpPr/>
            <p:nvPr/>
          </p:nvSpPr>
          <p:spPr>
            <a:xfrm>
              <a:off x="4866456" y="2605005"/>
              <a:ext cx="62181" cy="20490"/>
            </a:xfrm>
            <a:custGeom>
              <a:rect b="b" l="l" r="r" t="t"/>
              <a:pathLst>
                <a:path extrusionOk="0" h="691" w="2097">
                  <a:moveTo>
                    <a:pt x="1" y="0"/>
                  </a:moveTo>
                  <a:lnTo>
                    <a:pt x="1" y="691"/>
                  </a:lnTo>
                  <a:lnTo>
                    <a:pt x="2096" y="691"/>
                  </a:lnTo>
                  <a:lnTo>
                    <a:pt x="209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105"/>
            <p:cNvSpPr/>
            <p:nvPr/>
          </p:nvSpPr>
          <p:spPr>
            <a:xfrm>
              <a:off x="4824081" y="2645955"/>
              <a:ext cx="20520" cy="20520"/>
            </a:xfrm>
            <a:custGeom>
              <a:rect b="b" l="l" r="r" t="t"/>
              <a:pathLst>
                <a:path extrusionOk="0" h="692" w="692">
                  <a:moveTo>
                    <a:pt x="1" y="0"/>
                  </a:moveTo>
                  <a:lnTo>
                    <a:pt x="1" y="691"/>
                  </a:lnTo>
                  <a:lnTo>
                    <a:pt x="691" y="691"/>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105"/>
            <p:cNvSpPr/>
            <p:nvPr/>
          </p:nvSpPr>
          <p:spPr>
            <a:xfrm>
              <a:off x="4824081" y="2605005"/>
              <a:ext cx="20520" cy="20490"/>
            </a:xfrm>
            <a:custGeom>
              <a:rect b="b" l="l" r="r" t="t"/>
              <a:pathLst>
                <a:path extrusionOk="0" h="691" w="692">
                  <a:moveTo>
                    <a:pt x="1" y="0"/>
                  </a:moveTo>
                  <a:lnTo>
                    <a:pt x="1" y="691"/>
                  </a:lnTo>
                  <a:lnTo>
                    <a:pt x="691" y="691"/>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2" name="Google Shape;2082;p105"/>
          <p:cNvGrpSpPr/>
          <p:nvPr/>
        </p:nvGrpSpPr>
        <p:grpSpPr>
          <a:xfrm>
            <a:off x="1879943" y="3941428"/>
            <a:ext cx="433452" cy="507959"/>
            <a:chOff x="2813050" y="2365425"/>
            <a:chExt cx="228650" cy="267925"/>
          </a:xfrm>
        </p:grpSpPr>
        <p:sp>
          <p:nvSpPr>
            <p:cNvPr id="2083" name="Google Shape;2083;p105"/>
            <p:cNvSpPr/>
            <p:nvPr/>
          </p:nvSpPr>
          <p:spPr>
            <a:xfrm>
              <a:off x="2919625" y="2365425"/>
              <a:ext cx="15500" cy="30975"/>
            </a:xfrm>
            <a:custGeom>
              <a:rect b="b" l="l" r="r" t="t"/>
              <a:pathLst>
                <a:path extrusionOk="0" h="1239" w="620">
                  <a:moveTo>
                    <a:pt x="310" y="0"/>
                  </a:moveTo>
                  <a:cubicBezTo>
                    <a:pt x="161" y="0"/>
                    <a:pt x="12" y="96"/>
                    <a:pt x="0" y="286"/>
                  </a:cubicBezTo>
                  <a:lnTo>
                    <a:pt x="0" y="929"/>
                  </a:lnTo>
                  <a:cubicBezTo>
                    <a:pt x="0" y="1096"/>
                    <a:pt x="143" y="1239"/>
                    <a:pt x="310" y="1239"/>
                  </a:cubicBezTo>
                  <a:cubicBezTo>
                    <a:pt x="477" y="1239"/>
                    <a:pt x="620" y="1096"/>
                    <a:pt x="620" y="929"/>
                  </a:cubicBezTo>
                  <a:lnTo>
                    <a:pt x="620" y="286"/>
                  </a:lnTo>
                  <a:cubicBezTo>
                    <a:pt x="608" y="96"/>
                    <a:pt x="459" y="0"/>
                    <a:pt x="3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105"/>
            <p:cNvSpPr/>
            <p:nvPr/>
          </p:nvSpPr>
          <p:spPr>
            <a:xfrm>
              <a:off x="3008325" y="2469025"/>
              <a:ext cx="33375" cy="16100"/>
            </a:xfrm>
            <a:custGeom>
              <a:rect b="b" l="l" r="r" t="t"/>
              <a:pathLst>
                <a:path extrusionOk="0" h="644" w="1335">
                  <a:moveTo>
                    <a:pt x="310" y="0"/>
                  </a:moveTo>
                  <a:cubicBezTo>
                    <a:pt x="144" y="0"/>
                    <a:pt x="1" y="143"/>
                    <a:pt x="1" y="334"/>
                  </a:cubicBezTo>
                  <a:cubicBezTo>
                    <a:pt x="25" y="500"/>
                    <a:pt x="144" y="643"/>
                    <a:pt x="310" y="643"/>
                  </a:cubicBezTo>
                  <a:lnTo>
                    <a:pt x="953" y="643"/>
                  </a:lnTo>
                  <a:cubicBezTo>
                    <a:pt x="1334" y="595"/>
                    <a:pt x="1334" y="48"/>
                    <a:pt x="9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105"/>
            <p:cNvSpPr/>
            <p:nvPr/>
          </p:nvSpPr>
          <p:spPr>
            <a:xfrm>
              <a:off x="2813050" y="2469550"/>
              <a:ext cx="36575" cy="15625"/>
            </a:xfrm>
            <a:custGeom>
              <a:rect b="b" l="l" r="r" t="t"/>
              <a:pathLst>
                <a:path extrusionOk="0" h="625" w="1463">
                  <a:moveTo>
                    <a:pt x="1067" y="1"/>
                  </a:moveTo>
                  <a:cubicBezTo>
                    <a:pt x="1053" y="1"/>
                    <a:pt x="1039" y="1"/>
                    <a:pt x="1025" y="3"/>
                  </a:cubicBezTo>
                  <a:lnTo>
                    <a:pt x="382" y="3"/>
                  </a:lnTo>
                  <a:cubicBezTo>
                    <a:pt x="1" y="27"/>
                    <a:pt x="1" y="598"/>
                    <a:pt x="382" y="622"/>
                  </a:cubicBezTo>
                  <a:lnTo>
                    <a:pt x="1025" y="622"/>
                  </a:lnTo>
                  <a:cubicBezTo>
                    <a:pt x="1039" y="624"/>
                    <a:pt x="1053" y="624"/>
                    <a:pt x="1067" y="624"/>
                  </a:cubicBezTo>
                  <a:cubicBezTo>
                    <a:pt x="1463" y="624"/>
                    <a:pt x="1463" y="1"/>
                    <a:pt x="10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105"/>
            <p:cNvSpPr/>
            <p:nvPr/>
          </p:nvSpPr>
          <p:spPr>
            <a:xfrm>
              <a:off x="2992450" y="2417175"/>
              <a:ext cx="37100" cy="23900"/>
            </a:xfrm>
            <a:custGeom>
              <a:rect b="b" l="l" r="r" t="t"/>
              <a:pathLst>
                <a:path extrusionOk="0" h="956" w="1484">
                  <a:moveTo>
                    <a:pt x="1038" y="1"/>
                  </a:moveTo>
                  <a:cubicBezTo>
                    <a:pt x="987" y="1"/>
                    <a:pt x="931" y="16"/>
                    <a:pt x="874" y="50"/>
                  </a:cubicBezTo>
                  <a:lnTo>
                    <a:pt x="326" y="360"/>
                  </a:lnTo>
                  <a:cubicBezTo>
                    <a:pt x="1" y="499"/>
                    <a:pt x="129" y="956"/>
                    <a:pt x="445" y="956"/>
                  </a:cubicBezTo>
                  <a:cubicBezTo>
                    <a:pt x="453" y="956"/>
                    <a:pt x="461" y="955"/>
                    <a:pt x="469" y="955"/>
                  </a:cubicBezTo>
                  <a:cubicBezTo>
                    <a:pt x="541" y="955"/>
                    <a:pt x="588" y="931"/>
                    <a:pt x="636" y="907"/>
                  </a:cubicBezTo>
                  <a:lnTo>
                    <a:pt x="1184" y="574"/>
                  </a:lnTo>
                  <a:cubicBezTo>
                    <a:pt x="1484" y="414"/>
                    <a:pt x="1313" y="1"/>
                    <a:pt x="10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105"/>
            <p:cNvSpPr/>
            <p:nvPr/>
          </p:nvSpPr>
          <p:spPr>
            <a:xfrm>
              <a:off x="2963075" y="2379100"/>
              <a:ext cx="26150" cy="29100"/>
            </a:xfrm>
            <a:custGeom>
              <a:rect b="b" l="l" r="r" t="t"/>
              <a:pathLst>
                <a:path extrusionOk="0" h="1164" w="1046">
                  <a:moveTo>
                    <a:pt x="640" y="1"/>
                  </a:moveTo>
                  <a:cubicBezTo>
                    <a:pt x="549" y="1"/>
                    <a:pt x="454" y="43"/>
                    <a:pt x="382" y="144"/>
                  </a:cubicBezTo>
                  <a:lnTo>
                    <a:pt x="72" y="692"/>
                  </a:lnTo>
                  <a:cubicBezTo>
                    <a:pt x="1" y="835"/>
                    <a:pt x="49" y="1025"/>
                    <a:pt x="191" y="1120"/>
                  </a:cubicBezTo>
                  <a:cubicBezTo>
                    <a:pt x="236" y="1150"/>
                    <a:pt x="288" y="1164"/>
                    <a:pt x="340" y="1164"/>
                  </a:cubicBezTo>
                  <a:cubicBezTo>
                    <a:pt x="455" y="1164"/>
                    <a:pt x="571" y="1099"/>
                    <a:pt x="620" y="1001"/>
                  </a:cubicBezTo>
                  <a:lnTo>
                    <a:pt x="930" y="454"/>
                  </a:lnTo>
                  <a:cubicBezTo>
                    <a:pt x="1046" y="221"/>
                    <a:pt x="850" y="1"/>
                    <a:pt x="6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105"/>
            <p:cNvSpPr/>
            <p:nvPr/>
          </p:nvSpPr>
          <p:spPr>
            <a:xfrm>
              <a:off x="2865100" y="2379100"/>
              <a:ext cx="26575" cy="29225"/>
            </a:xfrm>
            <a:custGeom>
              <a:rect b="b" l="l" r="r" t="t"/>
              <a:pathLst>
                <a:path extrusionOk="0" h="1169" w="1063">
                  <a:moveTo>
                    <a:pt x="418" y="1"/>
                  </a:moveTo>
                  <a:cubicBezTo>
                    <a:pt x="203" y="1"/>
                    <a:pt x="1" y="221"/>
                    <a:pt x="133" y="454"/>
                  </a:cubicBezTo>
                  <a:lnTo>
                    <a:pt x="443" y="1001"/>
                  </a:lnTo>
                  <a:cubicBezTo>
                    <a:pt x="491" y="1097"/>
                    <a:pt x="610" y="1168"/>
                    <a:pt x="705" y="1168"/>
                  </a:cubicBezTo>
                  <a:cubicBezTo>
                    <a:pt x="776" y="1168"/>
                    <a:pt x="824" y="1144"/>
                    <a:pt x="872" y="1120"/>
                  </a:cubicBezTo>
                  <a:cubicBezTo>
                    <a:pt x="1015" y="1025"/>
                    <a:pt x="1062" y="835"/>
                    <a:pt x="991" y="692"/>
                  </a:cubicBezTo>
                  <a:lnTo>
                    <a:pt x="681" y="144"/>
                  </a:lnTo>
                  <a:cubicBezTo>
                    <a:pt x="609" y="43"/>
                    <a:pt x="512" y="1"/>
                    <a:pt x="41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105"/>
            <p:cNvSpPr/>
            <p:nvPr/>
          </p:nvSpPr>
          <p:spPr>
            <a:xfrm>
              <a:off x="2824350" y="2416775"/>
              <a:ext cx="35175" cy="24275"/>
            </a:xfrm>
            <a:custGeom>
              <a:rect b="b" l="l" r="r" t="t"/>
              <a:pathLst>
                <a:path extrusionOk="0" h="971" w="1407">
                  <a:moveTo>
                    <a:pt x="461" y="1"/>
                  </a:moveTo>
                  <a:cubicBezTo>
                    <a:pt x="185" y="1"/>
                    <a:pt x="0" y="437"/>
                    <a:pt x="335" y="614"/>
                  </a:cubicBezTo>
                  <a:lnTo>
                    <a:pt x="882" y="923"/>
                  </a:lnTo>
                  <a:cubicBezTo>
                    <a:pt x="930" y="947"/>
                    <a:pt x="978" y="947"/>
                    <a:pt x="1025" y="971"/>
                  </a:cubicBezTo>
                  <a:cubicBezTo>
                    <a:pt x="1144" y="971"/>
                    <a:pt x="1263" y="899"/>
                    <a:pt x="1311" y="804"/>
                  </a:cubicBezTo>
                  <a:cubicBezTo>
                    <a:pt x="1406" y="661"/>
                    <a:pt x="1359" y="447"/>
                    <a:pt x="1192" y="376"/>
                  </a:cubicBezTo>
                  <a:lnTo>
                    <a:pt x="644" y="66"/>
                  </a:lnTo>
                  <a:cubicBezTo>
                    <a:pt x="582" y="20"/>
                    <a:pt x="519" y="1"/>
                    <a:pt x="4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105"/>
            <p:cNvSpPr/>
            <p:nvPr/>
          </p:nvSpPr>
          <p:spPr>
            <a:xfrm>
              <a:off x="2914850" y="2552950"/>
              <a:ext cx="25050" cy="16100"/>
            </a:xfrm>
            <a:custGeom>
              <a:rect b="b" l="l" r="r" t="t"/>
              <a:pathLst>
                <a:path extrusionOk="0" h="644" w="1002">
                  <a:moveTo>
                    <a:pt x="1" y="1"/>
                  </a:moveTo>
                  <a:lnTo>
                    <a:pt x="215" y="644"/>
                  </a:lnTo>
                  <a:lnTo>
                    <a:pt x="811" y="644"/>
                  </a:lnTo>
                  <a:lnTo>
                    <a:pt x="10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105"/>
            <p:cNvSpPr/>
            <p:nvPr/>
          </p:nvSpPr>
          <p:spPr>
            <a:xfrm>
              <a:off x="2910100" y="2584525"/>
              <a:ext cx="33950" cy="48250"/>
            </a:xfrm>
            <a:custGeom>
              <a:rect b="b" l="l" r="r" t="t"/>
              <a:pathLst>
                <a:path extrusionOk="0" h="1930" w="1358">
                  <a:moveTo>
                    <a:pt x="429" y="0"/>
                  </a:moveTo>
                  <a:lnTo>
                    <a:pt x="0" y="1929"/>
                  </a:lnTo>
                  <a:lnTo>
                    <a:pt x="1358" y="1929"/>
                  </a:lnTo>
                  <a:lnTo>
                    <a:pt x="9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05"/>
            <p:cNvSpPr/>
            <p:nvPr/>
          </p:nvSpPr>
          <p:spPr>
            <a:xfrm>
              <a:off x="2814850" y="2552950"/>
              <a:ext cx="91100" cy="79825"/>
            </a:xfrm>
            <a:custGeom>
              <a:rect b="b" l="l" r="r" t="t"/>
              <a:pathLst>
                <a:path extrusionOk="0" h="3193" w="3644">
                  <a:moveTo>
                    <a:pt x="3167" y="1"/>
                  </a:moveTo>
                  <a:lnTo>
                    <a:pt x="1596" y="453"/>
                  </a:lnTo>
                  <a:cubicBezTo>
                    <a:pt x="1143" y="596"/>
                    <a:pt x="738" y="858"/>
                    <a:pt x="453" y="1239"/>
                  </a:cubicBezTo>
                  <a:cubicBezTo>
                    <a:pt x="143" y="1620"/>
                    <a:pt x="0" y="2097"/>
                    <a:pt x="0" y="2573"/>
                  </a:cubicBezTo>
                  <a:lnTo>
                    <a:pt x="0" y="2859"/>
                  </a:lnTo>
                  <a:cubicBezTo>
                    <a:pt x="0" y="3049"/>
                    <a:pt x="143" y="3192"/>
                    <a:pt x="310" y="3192"/>
                  </a:cubicBezTo>
                  <a:lnTo>
                    <a:pt x="3167" y="3192"/>
                  </a:lnTo>
                  <a:lnTo>
                    <a:pt x="3644" y="954"/>
                  </a:lnTo>
                  <a:lnTo>
                    <a:pt x="333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105"/>
            <p:cNvSpPr/>
            <p:nvPr/>
          </p:nvSpPr>
          <p:spPr>
            <a:xfrm>
              <a:off x="2948800" y="2553550"/>
              <a:ext cx="91100" cy="79800"/>
            </a:xfrm>
            <a:custGeom>
              <a:rect b="b" l="l" r="r" t="t"/>
              <a:pathLst>
                <a:path extrusionOk="0" h="3192" w="3644">
                  <a:moveTo>
                    <a:pt x="310" y="1"/>
                  </a:moveTo>
                  <a:lnTo>
                    <a:pt x="0" y="953"/>
                  </a:lnTo>
                  <a:lnTo>
                    <a:pt x="477" y="3192"/>
                  </a:lnTo>
                  <a:lnTo>
                    <a:pt x="3334" y="3192"/>
                  </a:lnTo>
                  <a:cubicBezTo>
                    <a:pt x="3501" y="3192"/>
                    <a:pt x="3644" y="3049"/>
                    <a:pt x="3644" y="2858"/>
                  </a:cubicBezTo>
                  <a:lnTo>
                    <a:pt x="3644" y="2573"/>
                  </a:lnTo>
                  <a:cubicBezTo>
                    <a:pt x="3644" y="2096"/>
                    <a:pt x="3477" y="1620"/>
                    <a:pt x="3191" y="1239"/>
                  </a:cubicBezTo>
                  <a:cubicBezTo>
                    <a:pt x="2906" y="858"/>
                    <a:pt x="2501" y="596"/>
                    <a:pt x="2048" y="453"/>
                  </a:cubicBezTo>
                  <a:lnTo>
                    <a:pt x="4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105"/>
            <p:cNvSpPr/>
            <p:nvPr/>
          </p:nvSpPr>
          <p:spPr>
            <a:xfrm>
              <a:off x="2841025" y="2411850"/>
              <a:ext cx="172700" cy="125650"/>
            </a:xfrm>
            <a:custGeom>
              <a:rect b="b" l="l" r="r" t="t"/>
              <a:pathLst>
                <a:path extrusionOk="0" h="5026" w="6908">
                  <a:moveTo>
                    <a:pt x="3454" y="1"/>
                  </a:moveTo>
                  <a:cubicBezTo>
                    <a:pt x="1192" y="1"/>
                    <a:pt x="1" y="2668"/>
                    <a:pt x="1501" y="4359"/>
                  </a:cubicBezTo>
                  <a:cubicBezTo>
                    <a:pt x="1668" y="4549"/>
                    <a:pt x="1811" y="4788"/>
                    <a:pt x="1858" y="5026"/>
                  </a:cubicBezTo>
                  <a:lnTo>
                    <a:pt x="3144" y="5026"/>
                  </a:lnTo>
                  <a:lnTo>
                    <a:pt x="3144" y="3383"/>
                  </a:lnTo>
                  <a:lnTo>
                    <a:pt x="2621" y="2835"/>
                  </a:lnTo>
                  <a:cubicBezTo>
                    <a:pt x="2384" y="2617"/>
                    <a:pt x="2591" y="2302"/>
                    <a:pt x="2830" y="2302"/>
                  </a:cubicBezTo>
                  <a:cubicBezTo>
                    <a:pt x="2904" y="2302"/>
                    <a:pt x="2981" y="2333"/>
                    <a:pt x="3049" y="2406"/>
                  </a:cubicBezTo>
                  <a:lnTo>
                    <a:pt x="3454" y="2811"/>
                  </a:lnTo>
                  <a:lnTo>
                    <a:pt x="3859" y="2406"/>
                  </a:lnTo>
                  <a:cubicBezTo>
                    <a:pt x="3932" y="2333"/>
                    <a:pt x="4013" y="2302"/>
                    <a:pt x="4088" y="2302"/>
                  </a:cubicBezTo>
                  <a:cubicBezTo>
                    <a:pt x="4332" y="2302"/>
                    <a:pt x="4529" y="2617"/>
                    <a:pt x="4311" y="2835"/>
                  </a:cubicBezTo>
                  <a:lnTo>
                    <a:pt x="3787" y="3383"/>
                  </a:lnTo>
                  <a:lnTo>
                    <a:pt x="3787" y="5026"/>
                  </a:lnTo>
                  <a:lnTo>
                    <a:pt x="5073" y="5026"/>
                  </a:lnTo>
                  <a:cubicBezTo>
                    <a:pt x="5121" y="4788"/>
                    <a:pt x="5240" y="4549"/>
                    <a:pt x="5407" y="4359"/>
                  </a:cubicBezTo>
                  <a:cubicBezTo>
                    <a:pt x="6907" y="2668"/>
                    <a:pt x="5716" y="1"/>
                    <a:pt x="34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5" name="Google Shape;2095;p105"/>
          <p:cNvGrpSpPr/>
          <p:nvPr/>
        </p:nvGrpSpPr>
        <p:grpSpPr>
          <a:xfrm>
            <a:off x="1879940" y="1660514"/>
            <a:ext cx="433447" cy="496265"/>
            <a:chOff x="3968050" y="4075825"/>
            <a:chExt cx="234600" cy="268600"/>
          </a:xfrm>
        </p:grpSpPr>
        <p:sp>
          <p:nvSpPr>
            <p:cNvPr id="2096" name="Google Shape;2096;p105"/>
            <p:cNvSpPr/>
            <p:nvPr/>
          </p:nvSpPr>
          <p:spPr>
            <a:xfrm>
              <a:off x="4085350" y="4212825"/>
              <a:ext cx="15500" cy="15500"/>
            </a:xfrm>
            <a:custGeom>
              <a:rect b="b" l="l" r="r" t="t"/>
              <a:pathLst>
                <a:path extrusionOk="0" h="620" w="620">
                  <a:moveTo>
                    <a:pt x="310" y="0"/>
                  </a:moveTo>
                  <a:cubicBezTo>
                    <a:pt x="143" y="0"/>
                    <a:pt x="0" y="143"/>
                    <a:pt x="0" y="310"/>
                  </a:cubicBezTo>
                  <a:cubicBezTo>
                    <a:pt x="0" y="477"/>
                    <a:pt x="143" y="620"/>
                    <a:pt x="310" y="620"/>
                  </a:cubicBezTo>
                  <a:cubicBezTo>
                    <a:pt x="476" y="620"/>
                    <a:pt x="619" y="477"/>
                    <a:pt x="619" y="310"/>
                  </a:cubicBezTo>
                  <a:cubicBezTo>
                    <a:pt x="619" y="143"/>
                    <a:pt x="476" y="0"/>
                    <a:pt x="3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105"/>
            <p:cNvSpPr/>
            <p:nvPr/>
          </p:nvSpPr>
          <p:spPr>
            <a:xfrm>
              <a:off x="3968050" y="4075825"/>
              <a:ext cx="234600" cy="268600"/>
            </a:xfrm>
            <a:custGeom>
              <a:rect b="b" l="l" r="r" t="t"/>
              <a:pathLst>
                <a:path extrusionOk="0" h="10744" w="9384">
                  <a:moveTo>
                    <a:pt x="5002" y="1384"/>
                  </a:moveTo>
                  <a:cubicBezTo>
                    <a:pt x="6645" y="1384"/>
                    <a:pt x="8002" y="2694"/>
                    <a:pt x="8050" y="4337"/>
                  </a:cubicBezTo>
                  <a:cubicBezTo>
                    <a:pt x="8050" y="4504"/>
                    <a:pt x="7907" y="4647"/>
                    <a:pt x="7740" y="4647"/>
                  </a:cubicBezTo>
                  <a:lnTo>
                    <a:pt x="7097" y="4647"/>
                  </a:lnTo>
                  <a:cubicBezTo>
                    <a:pt x="6716" y="4599"/>
                    <a:pt x="6716" y="4052"/>
                    <a:pt x="7097" y="4004"/>
                  </a:cubicBezTo>
                  <a:lnTo>
                    <a:pt x="7383" y="4004"/>
                  </a:lnTo>
                  <a:cubicBezTo>
                    <a:pt x="7336" y="3599"/>
                    <a:pt x="7169" y="3194"/>
                    <a:pt x="6907" y="2861"/>
                  </a:cubicBezTo>
                  <a:lnTo>
                    <a:pt x="6716" y="3075"/>
                  </a:lnTo>
                  <a:cubicBezTo>
                    <a:pt x="6645" y="3123"/>
                    <a:pt x="6574" y="3170"/>
                    <a:pt x="6478" y="3170"/>
                  </a:cubicBezTo>
                  <a:cubicBezTo>
                    <a:pt x="6216" y="3147"/>
                    <a:pt x="6073" y="2813"/>
                    <a:pt x="6264" y="2623"/>
                  </a:cubicBezTo>
                  <a:lnTo>
                    <a:pt x="6478" y="2408"/>
                  </a:lnTo>
                  <a:cubicBezTo>
                    <a:pt x="6145" y="2170"/>
                    <a:pt x="5740" y="2004"/>
                    <a:pt x="5311" y="1932"/>
                  </a:cubicBezTo>
                  <a:lnTo>
                    <a:pt x="5311" y="2242"/>
                  </a:lnTo>
                  <a:cubicBezTo>
                    <a:pt x="5335" y="2468"/>
                    <a:pt x="5168" y="2581"/>
                    <a:pt x="5002" y="2581"/>
                  </a:cubicBezTo>
                  <a:cubicBezTo>
                    <a:pt x="4835" y="2581"/>
                    <a:pt x="4668" y="2468"/>
                    <a:pt x="4692" y="2242"/>
                  </a:cubicBezTo>
                  <a:lnTo>
                    <a:pt x="4692" y="1932"/>
                  </a:lnTo>
                  <a:cubicBezTo>
                    <a:pt x="4264" y="2004"/>
                    <a:pt x="3883" y="2170"/>
                    <a:pt x="3549" y="2408"/>
                  </a:cubicBezTo>
                  <a:lnTo>
                    <a:pt x="3740" y="2623"/>
                  </a:lnTo>
                  <a:cubicBezTo>
                    <a:pt x="3859" y="2742"/>
                    <a:pt x="3859" y="2956"/>
                    <a:pt x="3740" y="3075"/>
                  </a:cubicBezTo>
                  <a:cubicBezTo>
                    <a:pt x="3692" y="3123"/>
                    <a:pt x="3621" y="3170"/>
                    <a:pt x="3525" y="3170"/>
                  </a:cubicBezTo>
                  <a:cubicBezTo>
                    <a:pt x="3454" y="3170"/>
                    <a:pt x="3359" y="3123"/>
                    <a:pt x="3311" y="3075"/>
                  </a:cubicBezTo>
                  <a:lnTo>
                    <a:pt x="3097" y="2861"/>
                  </a:lnTo>
                  <a:cubicBezTo>
                    <a:pt x="2835" y="3194"/>
                    <a:pt x="2668" y="3599"/>
                    <a:pt x="2620" y="4004"/>
                  </a:cubicBezTo>
                  <a:lnTo>
                    <a:pt x="2906" y="4004"/>
                  </a:lnTo>
                  <a:cubicBezTo>
                    <a:pt x="2921" y="4002"/>
                    <a:pt x="2935" y="4002"/>
                    <a:pt x="2949" y="4002"/>
                  </a:cubicBezTo>
                  <a:cubicBezTo>
                    <a:pt x="3368" y="4002"/>
                    <a:pt x="3368" y="4649"/>
                    <a:pt x="2949" y="4649"/>
                  </a:cubicBezTo>
                  <a:cubicBezTo>
                    <a:pt x="2935" y="4649"/>
                    <a:pt x="2921" y="4648"/>
                    <a:pt x="2906" y="4647"/>
                  </a:cubicBezTo>
                  <a:lnTo>
                    <a:pt x="2287" y="4647"/>
                  </a:lnTo>
                  <a:cubicBezTo>
                    <a:pt x="2120" y="4647"/>
                    <a:pt x="1977" y="4504"/>
                    <a:pt x="1977" y="4337"/>
                  </a:cubicBezTo>
                  <a:cubicBezTo>
                    <a:pt x="2025" y="2694"/>
                    <a:pt x="3382" y="1384"/>
                    <a:pt x="5002" y="1384"/>
                  </a:cubicBezTo>
                  <a:close/>
                  <a:moveTo>
                    <a:pt x="5017" y="3194"/>
                  </a:moveTo>
                  <a:cubicBezTo>
                    <a:pt x="5163" y="3194"/>
                    <a:pt x="5311" y="3289"/>
                    <a:pt x="5335" y="3480"/>
                  </a:cubicBezTo>
                  <a:lnTo>
                    <a:pt x="5335" y="4885"/>
                  </a:lnTo>
                  <a:cubicBezTo>
                    <a:pt x="6327" y="5263"/>
                    <a:pt x="6078" y="6719"/>
                    <a:pt x="5027" y="6719"/>
                  </a:cubicBezTo>
                  <a:cubicBezTo>
                    <a:pt x="5019" y="6719"/>
                    <a:pt x="5010" y="6719"/>
                    <a:pt x="5002" y="6719"/>
                  </a:cubicBezTo>
                  <a:cubicBezTo>
                    <a:pt x="3954" y="6695"/>
                    <a:pt x="3716" y="5242"/>
                    <a:pt x="4716" y="4885"/>
                  </a:cubicBezTo>
                  <a:lnTo>
                    <a:pt x="4716" y="3480"/>
                  </a:lnTo>
                  <a:cubicBezTo>
                    <a:pt x="4728" y="3289"/>
                    <a:pt x="4871" y="3194"/>
                    <a:pt x="5017" y="3194"/>
                  </a:cubicBezTo>
                  <a:close/>
                  <a:moveTo>
                    <a:pt x="4974" y="1"/>
                  </a:moveTo>
                  <a:cubicBezTo>
                    <a:pt x="4928" y="1"/>
                    <a:pt x="4882" y="2"/>
                    <a:pt x="4835" y="3"/>
                  </a:cubicBezTo>
                  <a:cubicBezTo>
                    <a:pt x="2549" y="98"/>
                    <a:pt x="739" y="1980"/>
                    <a:pt x="715" y="4266"/>
                  </a:cubicBezTo>
                  <a:lnTo>
                    <a:pt x="72" y="6171"/>
                  </a:lnTo>
                  <a:cubicBezTo>
                    <a:pt x="1" y="6409"/>
                    <a:pt x="48" y="6647"/>
                    <a:pt x="191" y="6838"/>
                  </a:cubicBezTo>
                  <a:cubicBezTo>
                    <a:pt x="300" y="7012"/>
                    <a:pt x="509" y="7127"/>
                    <a:pt x="726" y="7127"/>
                  </a:cubicBezTo>
                  <a:cubicBezTo>
                    <a:pt x="746" y="7127"/>
                    <a:pt x="766" y="7126"/>
                    <a:pt x="787" y="7124"/>
                  </a:cubicBezTo>
                  <a:lnTo>
                    <a:pt x="1358" y="7124"/>
                  </a:lnTo>
                  <a:lnTo>
                    <a:pt x="1358" y="8076"/>
                  </a:lnTo>
                  <a:cubicBezTo>
                    <a:pt x="1358" y="8719"/>
                    <a:pt x="1858" y="9219"/>
                    <a:pt x="2501" y="9219"/>
                  </a:cubicBezTo>
                  <a:lnTo>
                    <a:pt x="3240" y="9219"/>
                  </a:lnTo>
                  <a:lnTo>
                    <a:pt x="3240" y="10410"/>
                  </a:lnTo>
                  <a:cubicBezTo>
                    <a:pt x="3216" y="10600"/>
                    <a:pt x="3359" y="10743"/>
                    <a:pt x="3549" y="10743"/>
                  </a:cubicBezTo>
                  <a:lnTo>
                    <a:pt x="7740" y="10743"/>
                  </a:lnTo>
                  <a:cubicBezTo>
                    <a:pt x="7907" y="10743"/>
                    <a:pt x="8050" y="10600"/>
                    <a:pt x="8050" y="10434"/>
                  </a:cubicBezTo>
                  <a:lnTo>
                    <a:pt x="8050" y="7338"/>
                  </a:lnTo>
                  <a:cubicBezTo>
                    <a:pt x="8931" y="6457"/>
                    <a:pt x="9384" y="5195"/>
                    <a:pt x="9288" y="3932"/>
                  </a:cubicBezTo>
                  <a:cubicBezTo>
                    <a:pt x="9102" y="1692"/>
                    <a:pt x="7223" y="1"/>
                    <a:pt x="49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098" name="Google Shape;2098;p105"/>
          <p:cNvPicPr preferRelativeResize="0"/>
          <p:nvPr/>
        </p:nvPicPr>
        <p:blipFill rotWithShape="1">
          <a:blip r:embed="rId3">
            <a:alphaModFix/>
          </a:blip>
          <a:srcRect b="0" l="0" r="0" t="0"/>
          <a:stretch/>
        </p:blipFill>
        <p:spPr>
          <a:xfrm>
            <a:off x="7454785" y="1435042"/>
            <a:ext cx="386894" cy="366601"/>
          </a:xfrm>
          <a:prstGeom prst="rect">
            <a:avLst/>
          </a:prstGeom>
          <a:noFill/>
          <a:ln>
            <a:noFill/>
          </a:ln>
        </p:spPr>
      </p:pic>
      <p:pic>
        <p:nvPicPr>
          <p:cNvPr id="2099" name="Google Shape;2099;p105"/>
          <p:cNvPicPr preferRelativeResize="0"/>
          <p:nvPr/>
        </p:nvPicPr>
        <p:blipFill rotWithShape="1">
          <a:blip r:embed="rId4">
            <a:alphaModFix/>
          </a:blip>
          <a:srcRect b="0" l="0" r="0" t="0"/>
          <a:stretch/>
        </p:blipFill>
        <p:spPr>
          <a:xfrm rot="3243296">
            <a:off x="1039150" y="2977525"/>
            <a:ext cx="651368" cy="507950"/>
          </a:xfrm>
          <a:prstGeom prst="rect">
            <a:avLst/>
          </a:prstGeom>
          <a:noFill/>
          <a:ln>
            <a:noFill/>
          </a:ln>
        </p:spPr>
      </p:pic>
      <p:sp>
        <p:nvSpPr>
          <p:cNvPr id="2100" name="Google Shape;2100;p105"/>
          <p:cNvSpPr/>
          <p:nvPr/>
        </p:nvSpPr>
        <p:spPr>
          <a:xfrm>
            <a:off x="2476375" y="448056"/>
            <a:ext cx="4314300" cy="4299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n" sz="2800" u="none" cap="none" strike="noStrike">
                <a:solidFill>
                  <a:schemeClr val="dk1"/>
                </a:solidFill>
                <a:latin typeface="Georgia"/>
                <a:ea typeface="Georgia"/>
                <a:cs typeface="Georgia"/>
                <a:sym typeface="Georgia"/>
              </a:rPr>
              <a:t>Iteration 1 (Dashboard)</a:t>
            </a:r>
            <a:endParaRPr b="0" i="0" sz="2800" u="none" cap="none" strike="noStrike">
              <a:solidFill>
                <a:schemeClr val="dk1"/>
              </a:solidFill>
              <a:latin typeface="Georgia"/>
              <a:ea typeface="Georgia"/>
              <a:cs typeface="Georgia"/>
              <a:sym typeface="Georgia"/>
            </a:endParaRPr>
          </a:p>
        </p:txBody>
      </p:sp>
      <p:grpSp>
        <p:nvGrpSpPr>
          <p:cNvPr id="2101" name="Google Shape;2101;p105"/>
          <p:cNvGrpSpPr/>
          <p:nvPr/>
        </p:nvGrpSpPr>
        <p:grpSpPr>
          <a:xfrm>
            <a:off x="1949384" y="981096"/>
            <a:ext cx="5153068" cy="3952610"/>
            <a:chOff x="3765800" y="1054675"/>
            <a:chExt cx="5381794" cy="4128052"/>
          </a:xfrm>
        </p:grpSpPr>
        <p:pic>
          <p:nvPicPr>
            <p:cNvPr id="2102" name="Google Shape;2102;p105" title="Screenshot 2025-10-26 at 4.31.18 PM.png"/>
            <p:cNvPicPr preferRelativeResize="0"/>
            <p:nvPr/>
          </p:nvPicPr>
          <p:blipFill>
            <a:blip r:embed="rId5">
              <a:alphaModFix/>
            </a:blip>
            <a:stretch>
              <a:fillRect/>
            </a:stretch>
          </p:blipFill>
          <p:spPr>
            <a:xfrm>
              <a:off x="3765800" y="1054675"/>
              <a:ext cx="5378202" cy="1966940"/>
            </a:xfrm>
            <a:prstGeom prst="rect">
              <a:avLst/>
            </a:prstGeom>
            <a:noFill/>
            <a:ln cap="flat" cmpd="sng" w="76200">
              <a:solidFill>
                <a:srgbClr val="38761D"/>
              </a:solidFill>
              <a:prstDash val="solid"/>
              <a:round/>
              <a:headEnd len="sm" w="sm" type="none"/>
              <a:tailEnd len="sm" w="sm" type="none"/>
            </a:ln>
          </p:spPr>
        </p:pic>
        <p:pic>
          <p:nvPicPr>
            <p:cNvPr id="2103" name="Google Shape;2103;p105" title="Screenshot 2025-10-26 at 4.31.27 PM.png"/>
            <p:cNvPicPr preferRelativeResize="0"/>
            <p:nvPr/>
          </p:nvPicPr>
          <p:blipFill>
            <a:blip r:embed="rId6">
              <a:alphaModFix/>
            </a:blip>
            <a:stretch>
              <a:fillRect/>
            </a:stretch>
          </p:blipFill>
          <p:spPr>
            <a:xfrm>
              <a:off x="3769392" y="3060858"/>
              <a:ext cx="5378202" cy="2121869"/>
            </a:xfrm>
            <a:prstGeom prst="rect">
              <a:avLst/>
            </a:prstGeom>
            <a:noFill/>
            <a:ln cap="flat" cmpd="sng" w="76200">
              <a:solidFill>
                <a:srgbClr val="38761D"/>
              </a:solidFill>
              <a:prstDash val="solid"/>
              <a:round/>
              <a:headEnd len="sm" w="sm" type="none"/>
              <a:tailEnd len="sm" w="sm" type="none"/>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7" name="Shape 2107"/>
        <p:cNvGrpSpPr/>
        <p:nvPr/>
      </p:nvGrpSpPr>
      <p:grpSpPr>
        <a:xfrm>
          <a:off x="0" y="0"/>
          <a:ext cx="0" cy="0"/>
          <a:chOff x="0" y="0"/>
          <a:chExt cx="0" cy="0"/>
        </a:xfrm>
      </p:grpSpPr>
      <p:sp>
        <p:nvSpPr>
          <p:cNvPr id="2108" name="Google Shape;2108;p106"/>
          <p:cNvSpPr txBox="1"/>
          <p:nvPr>
            <p:ph idx="1" type="subTitle"/>
          </p:nvPr>
        </p:nvSpPr>
        <p:spPr>
          <a:xfrm>
            <a:off x="2476375" y="1489400"/>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Human-Centered Design</a:t>
            </a:r>
            <a:endParaRPr/>
          </a:p>
        </p:txBody>
      </p:sp>
      <p:sp>
        <p:nvSpPr>
          <p:cNvPr id="2109" name="Google Shape;2109;p106"/>
          <p:cNvSpPr txBox="1"/>
          <p:nvPr>
            <p:ph idx="2" type="subTitle"/>
          </p:nvPr>
        </p:nvSpPr>
        <p:spPr>
          <a:xfrm>
            <a:off x="2476375" y="2632974"/>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Interactive Controls</a:t>
            </a:r>
            <a:endParaRPr/>
          </a:p>
        </p:txBody>
      </p:sp>
      <p:sp>
        <p:nvSpPr>
          <p:cNvPr id="2110" name="Google Shape;2110;p106"/>
          <p:cNvSpPr txBox="1"/>
          <p:nvPr>
            <p:ph idx="3" type="subTitle"/>
          </p:nvPr>
        </p:nvSpPr>
        <p:spPr>
          <a:xfrm>
            <a:off x="2476375" y="3776473"/>
            <a:ext cx="4787700" cy="394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Visual Feedback</a:t>
            </a:r>
            <a:endParaRPr/>
          </a:p>
        </p:txBody>
      </p:sp>
      <p:sp>
        <p:nvSpPr>
          <p:cNvPr id="2111" name="Google Shape;2111;p106"/>
          <p:cNvSpPr txBox="1"/>
          <p:nvPr>
            <p:ph idx="4" type="subTitle"/>
          </p:nvPr>
        </p:nvSpPr>
        <p:spPr>
          <a:xfrm>
            <a:off x="2476375" y="18016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Replaced abstract charts with a body silhouette visualization showing stress via head color and animated coffee particles flowing through the body</a:t>
            </a:r>
            <a:endParaRPr/>
          </a:p>
        </p:txBody>
      </p:sp>
      <p:sp>
        <p:nvSpPr>
          <p:cNvPr id="2112" name="Google Shape;2112;p106"/>
          <p:cNvSpPr txBox="1"/>
          <p:nvPr>
            <p:ph idx="5" type="subTitle"/>
          </p:nvPr>
        </p:nvSpPr>
        <p:spPr>
          <a:xfrm>
            <a:off x="2476375" y="29451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20 countries, 54 coffee products, caffeine (0-800mg), sleep hours, smoking, alcohol, and physical activity controls</a:t>
            </a:r>
            <a:endParaRPr/>
          </a:p>
        </p:txBody>
      </p:sp>
      <p:sp>
        <p:nvSpPr>
          <p:cNvPr id="2113" name="Google Shape;2113;p106"/>
          <p:cNvSpPr txBox="1"/>
          <p:nvPr>
            <p:ph idx="6" type="subTitle"/>
          </p:nvPr>
        </p:nvSpPr>
        <p:spPr>
          <a:xfrm>
            <a:off x="2476375" y="4088650"/>
            <a:ext cx="4787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Stress color gradient (blue to red), pulsing glow at high stress, smoke particles for smokers, and caffeine particles scaling with intake</a:t>
            </a:r>
            <a:endParaRPr/>
          </a:p>
        </p:txBody>
      </p:sp>
      <p:grpSp>
        <p:nvGrpSpPr>
          <p:cNvPr id="2114" name="Google Shape;2114;p106"/>
          <p:cNvGrpSpPr/>
          <p:nvPr/>
        </p:nvGrpSpPr>
        <p:grpSpPr>
          <a:xfrm>
            <a:off x="1879928" y="2839076"/>
            <a:ext cx="433451" cy="428071"/>
            <a:chOff x="4705440" y="2467296"/>
            <a:chExt cx="341838" cy="337569"/>
          </a:xfrm>
        </p:grpSpPr>
        <p:sp>
          <p:nvSpPr>
            <p:cNvPr id="2115" name="Google Shape;2115;p106"/>
            <p:cNvSpPr/>
            <p:nvPr/>
          </p:nvSpPr>
          <p:spPr>
            <a:xfrm>
              <a:off x="4838226" y="2467296"/>
              <a:ext cx="75584" cy="76296"/>
            </a:xfrm>
            <a:custGeom>
              <a:rect b="b" l="l" r="r" t="t"/>
              <a:pathLst>
                <a:path extrusionOk="0" h="2573" w="2549">
                  <a:moveTo>
                    <a:pt x="1262" y="0"/>
                  </a:moveTo>
                  <a:cubicBezTo>
                    <a:pt x="572" y="0"/>
                    <a:pt x="0" y="572"/>
                    <a:pt x="0" y="1286"/>
                  </a:cubicBezTo>
                  <a:cubicBezTo>
                    <a:pt x="0" y="2001"/>
                    <a:pt x="572" y="2572"/>
                    <a:pt x="1262" y="2572"/>
                  </a:cubicBezTo>
                  <a:cubicBezTo>
                    <a:pt x="1977" y="2572"/>
                    <a:pt x="2548" y="2001"/>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106"/>
            <p:cNvSpPr/>
            <p:nvPr/>
          </p:nvSpPr>
          <p:spPr>
            <a:xfrm>
              <a:off x="4925791" y="2499084"/>
              <a:ext cx="75584" cy="76266"/>
            </a:xfrm>
            <a:custGeom>
              <a:rect b="b" l="l" r="r" t="t"/>
              <a:pathLst>
                <a:path extrusionOk="0" h="2572" w="2549">
                  <a:moveTo>
                    <a:pt x="1262" y="0"/>
                  </a:moveTo>
                  <a:cubicBezTo>
                    <a:pt x="572" y="0"/>
                    <a:pt x="0" y="572"/>
                    <a:pt x="0" y="1286"/>
                  </a:cubicBezTo>
                  <a:cubicBezTo>
                    <a:pt x="0" y="2000"/>
                    <a:pt x="572" y="2572"/>
                    <a:pt x="1262" y="2572"/>
                  </a:cubicBezTo>
                  <a:cubicBezTo>
                    <a:pt x="1977" y="2572"/>
                    <a:pt x="2548" y="2000"/>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106"/>
            <p:cNvSpPr/>
            <p:nvPr/>
          </p:nvSpPr>
          <p:spPr>
            <a:xfrm>
              <a:off x="4971694" y="2578880"/>
              <a:ext cx="75584" cy="75584"/>
            </a:xfrm>
            <a:custGeom>
              <a:rect b="b" l="l" r="r" t="t"/>
              <a:pathLst>
                <a:path extrusionOk="0" h="2549" w="2549">
                  <a:moveTo>
                    <a:pt x="1262" y="0"/>
                  </a:moveTo>
                  <a:cubicBezTo>
                    <a:pt x="572" y="0"/>
                    <a:pt x="0" y="572"/>
                    <a:pt x="0" y="1286"/>
                  </a:cubicBezTo>
                  <a:cubicBezTo>
                    <a:pt x="0" y="1977"/>
                    <a:pt x="572" y="2548"/>
                    <a:pt x="1262" y="2548"/>
                  </a:cubicBezTo>
                  <a:cubicBezTo>
                    <a:pt x="1977" y="2548"/>
                    <a:pt x="2548" y="1977"/>
                    <a:pt x="2548" y="1286"/>
                  </a:cubicBezTo>
                  <a:cubicBezTo>
                    <a:pt x="2548" y="572"/>
                    <a:pt x="1977" y="0"/>
                    <a:pt x="126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106"/>
            <p:cNvSpPr/>
            <p:nvPr/>
          </p:nvSpPr>
          <p:spPr>
            <a:xfrm>
              <a:off x="4955444" y="2669974"/>
              <a:ext cx="75584" cy="75584"/>
            </a:xfrm>
            <a:custGeom>
              <a:rect b="b" l="l" r="r" t="t"/>
              <a:pathLst>
                <a:path extrusionOk="0" h="2549" w="2549">
                  <a:moveTo>
                    <a:pt x="1286" y="0"/>
                  </a:moveTo>
                  <a:cubicBezTo>
                    <a:pt x="572" y="0"/>
                    <a:pt x="0" y="572"/>
                    <a:pt x="0" y="1262"/>
                  </a:cubicBezTo>
                  <a:cubicBezTo>
                    <a:pt x="0" y="1977"/>
                    <a:pt x="572" y="2548"/>
                    <a:pt x="1286" y="2548"/>
                  </a:cubicBezTo>
                  <a:cubicBezTo>
                    <a:pt x="1977" y="2548"/>
                    <a:pt x="2548" y="1977"/>
                    <a:pt x="2548" y="1262"/>
                  </a:cubicBezTo>
                  <a:cubicBezTo>
                    <a:pt x="2548" y="572"/>
                    <a:pt x="1977" y="0"/>
                    <a:pt x="128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06"/>
            <p:cNvSpPr/>
            <p:nvPr/>
          </p:nvSpPr>
          <p:spPr>
            <a:xfrm>
              <a:off x="4884811" y="2728569"/>
              <a:ext cx="75584" cy="76296"/>
            </a:xfrm>
            <a:custGeom>
              <a:rect b="b" l="l" r="r" t="t"/>
              <a:pathLst>
                <a:path extrusionOk="0" h="2573" w="2549">
                  <a:moveTo>
                    <a:pt x="1287" y="1"/>
                  </a:moveTo>
                  <a:cubicBezTo>
                    <a:pt x="572" y="1"/>
                    <a:pt x="1" y="572"/>
                    <a:pt x="1" y="1287"/>
                  </a:cubicBezTo>
                  <a:cubicBezTo>
                    <a:pt x="1" y="2001"/>
                    <a:pt x="572" y="2573"/>
                    <a:pt x="1287" y="2573"/>
                  </a:cubicBezTo>
                  <a:cubicBezTo>
                    <a:pt x="1977" y="2573"/>
                    <a:pt x="2549" y="2001"/>
                    <a:pt x="2549" y="1287"/>
                  </a:cubicBezTo>
                  <a:cubicBezTo>
                    <a:pt x="2549" y="572"/>
                    <a:pt x="1977" y="1"/>
                    <a:pt x="1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106"/>
            <p:cNvSpPr/>
            <p:nvPr/>
          </p:nvSpPr>
          <p:spPr>
            <a:xfrm>
              <a:off x="4792323" y="2728569"/>
              <a:ext cx="75584" cy="76296"/>
            </a:xfrm>
            <a:custGeom>
              <a:rect b="b" l="l" r="r" t="t"/>
              <a:pathLst>
                <a:path extrusionOk="0" h="2573" w="2549">
                  <a:moveTo>
                    <a:pt x="1286" y="1"/>
                  </a:moveTo>
                  <a:cubicBezTo>
                    <a:pt x="572" y="1"/>
                    <a:pt x="0" y="572"/>
                    <a:pt x="0" y="1287"/>
                  </a:cubicBezTo>
                  <a:cubicBezTo>
                    <a:pt x="0" y="2001"/>
                    <a:pt x="572" y="2573"/>
                    <a:pt x="1286" y="2573"/>
                  </a:cubicBezTo>
                  <a:cubicBezTo>
                    <a:pt x="1977" y="2573"/>
                    <a:pt x="2548" y="2001"/>
                    <a:pt x="2548" y="1287"/>
                  </a:cubicBezTo>
                  <a:cubicBezTo>
                    <a:pt x="2548" y="572"/>
                    <a:pt x="1977" y="1"/>
                    <a:pt x="128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106"/>
            <p:cNvSpPr/>
            <p:nvPr/>
          </p:nvSpPr>
          <p:spPr>
            <a:xfrm>
              <a:off x="4721689" y="2669974"/>
              <a:ext cx="75584" cy="75584"/>
            </a:xfrm>
            <a:custGeom>
              <a:rect b="b" l="l" r="r" t="t"/>
              <a:pathLst>
                <a:path extrusionOk="0" h="2549" w="2549">
                  <a:moveTo>
                    <a:pt x="1287" y="0"/>
                  </a:moveTo>
                  <a:cubicBezTo>
                    <a:pt x="572" y="0"/>
                    <a:pt x="1" y="572"/>
                    <a:pt x="1" y="1262"/>
                  </a:cubicBezTo>
                  <a:cubicBezTo>
                    <a:pt x="1" y="1977"/>
                    <a:pt x="572" y="2548"/>
                    <a:pt x="1287" y="2548"/>
                  </a:cubicBezTo>
                  <a:cubicBezTo>
                    <a:pt x="1977" y="2548"/>
                    <a:pt x="2549" y="1977"/>
                    <a:pt x="2549" y="1262"/>
                  </a:cubicBezTo>
                  <a:cubicBezTo>
                    <a:pt x="2549" y="572"/>
                    <a:pt x="1977" y="0"/>
                    <a:pt x="12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106"/>
            <p:cNvSpPr/>
            <p:nvPr/>
          </p:nvSpPr>
          <p:spPr>
            <a:xfrm>
              <a:off x="4705440" y="2579562"/>
              <a:ext cx="76296" cy="76296"/>
            </a:xfrm>
            <a:custGeom>
              <a:rect b="b" l="l" r="r" t="t"/>
              <a:pathLst>
                <a:path extrusionOk="0" h="2573" w="2573">
                  <a:moveTo>
                    <a:pt x="1287" y="1"/>
                  </a:moveTo>
                  <a:cubicBezTo>
                    <a:pt x="573" y="1"/>
                    <a:pt x="1" y="572"/>
                    <a:pt x="1" y="1287"/>
                  </a:cubicBezTo>
                  <a:cubicBezTo>
                    <a:pt x="1" y="1977"/>
                    <a:pt x="573" y="2573"/>
                    <a:pt x="1287" y="2573"/>
                  </a:cubicBezTo>
                  <a:cubicBezTo>
                    <a:pt x="2001" y="2573"/>
                    <a:pt x="2573" y="1977"/>
                    <a:pt x="2573" y="1287"/>
                  </a:cubicBezTo>
                  <a:cubicBezTo>
                    <a:pt x="2573" y="572"/>
                    <a:pt x="2001" y="1"/>
                    <a:pt x="128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106"/>
            <p:cNvSpPr/>
            <p:nvPr/>
          </p:nvSpPr>
          <p:spPr>
            <a:xfrm>
              <a:off x="4751342" y="2499084"/>
              <a:ext cx="76296" cy="76266"/>
            </a:xfrm>
            <a:custGeom>
              <a:rect b="b" l="l" r="r" t="t"/>
              <a:pathLst>
                <a:path extrusionOk="0" h="2572" w="2573">
                  <a:moveTo>
                    <a:pt x="1287" y="0"/>
                  </a:moveTo>
                  <a:cubicBezTo>
                    <a:pt x="572" y="0"/>
                    <a:pt x="1" y="572"/>
                    <a:pt x="1" y="1286"/>
                  </a:cubicBezTo>
                  <a:cubicBezTo>
                    <a:pt x="1" y="2000"/>
                    <a:pt x="572" y="2572"/>
                    <a:pt x="1287" y="2572"/>
                  </a:cubicBezTo>
                  <a:cubicBezTo>
                    <a:pt x="2001" y="2572"/>
                    <a:pt x="2573" y="2000"/>
                    <a:pt x="2573" y="1286"/>
                  </a:cubicBezTo>
                  <a:cubicBezTo>
                    <a:pt x="2573" y="572"/>
                    <a:pt x="2001" y="0"/>
                    <a:pt x="12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106"/>
            <p:cNvSpPr/>
            <p:nvPr/>
          </p:nvSpPr>
          <p:spPr>
            <a:xfrm>
              <a:off x="4866456" y="2645955"/>
              <a:ext cx="62181" cy="20520"/>
            </a:xfrm>
            <a:custGeom>
              <a:rect b="b" l="l" r="r" t="t"/>
              <a:pathLst>
                <a:path extrusionOk="0" h="692" w="2097">
                  <a:moveTo>
                    <a:pt x="1" y="0"/>
                  </a:moveTo>
                  <a:lnTo>
                    <a:pt x="1" y="691"/>
                  </a:lnTo>
                  <a:lnTo>
                    <a:pt x="2096" y="691"/>
                  </a:lnTo>
                  <a:lnTo>
                    <a:pt x="209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106"/>
            <p:cNvSpPr/>
            <p:nvPr/>
          </p:nvSpPr>
          <p:spPr>
            <a:xfrm>
              <a:off x="4866456" y="2605005"/>
              <a:ext cx="62181" cy="20490"/>
            </a:xfrm>
            <a:custGeom>
              <a:rect b="b" l="l" r="r" t="t"/>
              <a:pathLst>
                <a:path extrusionOk="0" h="691" w="2097">
                  <a:moveTo>
                    <a:pt x="1" y="0"/>
                  </a:moveTo>
                  <a:lnTo>
                    <a:pt x="1" y="691"/>
                  </a:lnTo>
                  <a:lnTo>
                    <a:pt x="2096" y="691"/>
                  </a:lnTo>
                  <a:lnTo>
                    <a:pt x="209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106"/>
            <p:cNvSpPr/>
            <p:nvPr/>
          </p:nvSpPr>
          <p:spPr>
            <a:xfrm>
              <a:off x="4824081" y="2645955"/>
              <a:ext cx="20520" cy="20520"/>
            </a:xfrm>
            <a:custGeom>
              <a:rect b="b" l="l" r="r" t="t"/>
              <a:pathLst>
                <a:path extrusionOk="0" h="692" w="692">
                  <a:moveTo>
                    <a:pt x="1" y="0"/>
                  </a:moveTo>
                  <a:lnTo>
                    <a:pt x="1" y="691"/>
                  </a:lnTo>
                  <a:lnTo>
                    <a:pt x="691" y="691"/>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p106"/>
            <p:cNvSpPr/>
            <p:nvPr/>
          </p:nvSpPr>
          <p:spPr>
            <a:xfrm>
              <a:off x="4824081" y="2605005"/>
              <a:ext cx="20520" cy="20490"/>
            </a:xfrm>
            <a:custGeom>
              <a:rect b="b" l="l" r="r" t="t"/>
              <a:pathLst>
                <a:path extrusionOk="0" h="691" w="692">
                  <a:moveTo>
                    <a:pt x="1" y="0"/>
                  </a:moveTo>
                  <a:lnTo>
                    <a:pt x="1" y="691"/>
                  </a:lnTo>
                  <a:lnTo>
                    <a:pt x="691" y="691"/>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28" name="Google Shape;2128;p106"/>
          <p:cNvGrpSpPr/>
          <p:nvPr/>
        </p:nvGrpSpPr>
        <p:grpSpPr>
          <a:xfrm>
            <a:off x="1879939" y="3941428"/>
            <a:ext cx="433452" cy="507959"/>
            <a:chOff x="2813050" y="2365425"/>
            <a:chExt cx="228650" cy="267925"/>
          </a:xfrm>
        </p:grpSpPr>
        <p:sp>
          <p:nvSpPr>
            <p:cNvPr id="2129" name="Google Shape;2129;p106"/>
            <p:cNvSpPr/>
            <p:nvPr/>
          </p:nvSpPr>
          <p:spPr>
            <a:xfrm>
              <a:off x="2919625" y="2365425"/>
              <a:ext cx="15500" cy="30975"/>
            </a:xfrm>
            <a:custGeom>
              <a:rect b="b" l="l" r="r" t="t"/>
              <a:pathLst>
                <a:path extrusionOk="0" h="1239" w="620">
                  <a:moveTo>
                    <a:pt x="310" y="0"/>
                  </a:moveTo>
                  <a:cubicBezTo>
                    <a:pt x="161" y="0"/>
                    <a:pt x="12" y="96"/>
                    <a:pt x="0" y="286"/>
                  </a:cubicBezTo>
                  <a:lnTo>
                    <a:pt x="0" y="929"/>
                  </a:lnTo>
                  <a:cubicBezTo>
                    <a:pt x="0" y="1096"/>
                    <a:pt x="143" y="1239"/>
                    <a:pt x="310" y="1239"/>
                  </a:cubicBezTo>
                  <a:cubicBezTo>
                    <a:pt x="477" y="1239"/>
                    <a:pt x="620" y="1096"/>
                    <a:pt x="620" y="929"/>
                  </a:cubicBezTo>
                  <a:lnTo>
                    <a:pt x="620" y="286"/>
                  </a:lnTo>
                  <a:cubicBezTo>
                    <a:pt x="608" y="96"/>
                    <a:pt x="459" y="0"/>
                    <a:pt x="3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106"/>
            <p:cNvSpPr/>
            <p:nvPr/>
          </p:nvSpPr>
          <p:spPr>
            <a:xfrm>
              <a:off x="3008325" y="2469025"/>
              <a:ext cx="33375" cy="16100"/>
            </a:xfrm>
            <a:custGeom>
              <a:rect b="b" l="l" r="r" t="t"/>
              <a:pathLst>
                <a:path extrusionOk="0" h="644" w="1335">
                  <a:moveTo>
                    <a:pt x="310" y="0"/>
                  </a:moveTo>
                  <a:cubicBezTo>
                    <a:pt x="144" y="0"/>
                    <a:pt x="1" y="143"/>
                    <a:pt x="1" y="334"/>
                  </a:cubicBezTo>
                  <a:cubicBezTo>
                    <a:pt x="25" y="500"/>
                    <a:pt x="144" y="643"/>
                    <a:pt x="310" y="643"/>
                  </a:cubicBezTo>
                  <a:lnTo>
                    <a:pt x="953" y="643"/>
                  </a:lnTo>
                  <a:cubicBezTo>
                    <a:pt x="1334" y="595"/>
                    <a:pt x="1334" y="48"/>
                    <a:pt x="9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106"/>
            <p:cNvSpPr/>
            <p:nvPr/>
          </p:nvSpPr>
          <p:spPr>
            <a:xfrm>
              <a:off x="2813050" y="2469550"/>
              <a:ext cx="36575" cy="15625"/>
            </a:xfrm>
            <a:custGeom>
              <a:rect b="b" l="l" r="r" t="t"/>
              <a:pathLst>
                <a:path extrusionOk="0" h="625" w="1463">
                  <a:moveTo>
                    <a:pt x="1067" y="1"/>
                  </a:moveTo>
                  <a:cubicBezTo>
                    <a:pt x="1053" y="1"/>
                    <a:pt x="1039" y="1"/>
                    <a:pt x="1025" y="3"/>
                  </a:cubicBezTo>
                  <a:lnTo>
                    <a:pt x="382" y="3"/>
                  </a:lnTo>
                  <a:cubicBezTo>
                    <a:pt x="1" y="27"/>
                    <a:pt x="1" y="598"/>
                    <a:pt x="382" y="622"/>
                  </a:cubicBezTo>
                  <a:lnTo>
                    <a:pt x="1025" y="622"/>
                  </a:lnTo>
                  <a:cubicBezTo>
                    <a:pt x="1039" y="624"/>
                    <a:pt x="1053" y="624"/>
                    <a:pt x="1067" y="624"/>
                  </a:cubicBezTo>
                  <a:cubicBezTo>
                    <a:pt x="1463" y="624"/>
                    <a:pt x="1463" y="1"/>
                    <a:pt x="106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106"/>
            <p:cNvSpPr/>
            <p:nvPr/>
          </p:nvSpPr>
          <p:spPr>
            <a:xfrm>
              <a:off x="2992450" y="2417175"/>
              <a:ext cx="37100" cy="23900"/>
            </a:xfrm>
            <a:custGeom>
              <a:rect b="b" l="l" r="r" t="t"/>
              <a:pathLst>
                <a:path extrusionOk="0" h="956" w="1484">
                  <a:moveTo>
                    <a:pt x="1038" y="1"/>
                  </a:moveTo>
                  <a:cubicBezTo>
                    <a:pt x="987" y="1"/>
                    <a:pt x="931" y="16"/>
                    <a:pt x="874" y="50"/>
                  </a:cubicBezTo>
                  <a:lnTo>
                    <a:pt x="326" y="360"/>
                  </a:lnTo>
                  <a:cubicBezTo>
                    <a:pt x="1" y="499"/>
                    <a:pt x="129" y="956"/>
                    <a:pt x="445" y="956"/>
                  </a:cubicBezTo>
                  <a:cubicBezTo>
                    <a:pt x="453" y="956"/>
                    <a:pt x="461" y="955"/>
                    <a:pt x="469" y="955"/>
                  </a:cubicBezTo>
                  <a:cubicBezTo>
                    <a:pt x="541" y="955"/>
                    <a:pt x="588" y="931"/>
                    <a:pt x="636" y="907"/>
                  </a:cubicBezTo>
                  <a:lnTo>
                    <a:pt x="1184" y="574"/>
                  </a:lnTo>
                  <a:cubicBezTo>
                    <a:pt x="1484" y="414"/>
                    <a:pt x="1313" y="1"/>
                    <a:pt x="10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06"/>
            <p:cNvSpPr/>
            <p:nvPr/>
          </p:nvSpPr>
          <p:spPr>
            <a:xfrm>
              <a:off x="2963075" y="2379100"/>
              <a:ext cx="26150" cy="29100"/>
            </a:xfrm>
            <a:custGeom>
              <a:rect b="b" l="l" r="r" t="t"/>
              <a:pathLst>
                <a:path extrusionOk="0" h="1164" w="1046">
                  <a:moveTo>
                    <a:pt x="640" y="1"/>
                  </a:moveTo>
                  <a:cubicBezTo>
                    <a:pt x="549" y="1"/>
                    <a:pt x="454" y="43"/>
                    <a:pt x="382" y="144"/>
                  </a:cubicBezTo>
                  <a:lnTo>
                    <a:pt x="72" y="692"/>
                  </a:lnTo>
                  <a:cubicBezTo>
                    <a:pt x="1" y="835"/>
                    <a:pt x="49" y="1025"/>
                    <a:pt x="191" y="1120"/>
                  </a:cubicBezTo>
                  <a:cubicBezTo>
                    <a:pt x="236" y="1150"/>
                    <a:pt x="288" y="1164"/>
                    <a:pt x="340" y="1164"/>
                  </a:cubicBezTo>
                  <a:cubicBezTo>
                    <a:pt x="455" y="1164"/>
                    <a:pt x="571" y="1099"/>
                    <a:pt x="620" y="1001"/>
                  </a:cubicBezTo>
                  <a:lnTo>
                    <a:pt x="930" y="454"/>
                  </a:lnTo>
                  <a:cubicBezTo>
                    <a:pt x="1046" y="221"/>
                    <a:pt x="850" y="1"/>
                    <a:pt x="6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106"/>
            <p:cNvSpPr/>
            <p:nvPr/>
          </p:nvSpPr>
          <p:spPr>
            <a:xfrm>
              <a:off x="2865100" y="2379100"/>
              <a:ext cx="26575" cy="29225"/>
            </a:xfrm>
            <a:custGeom>
              <a:rect b="b" l="l" r="r" t="t"/>
              <a:pathLst>
                <a:path extrusionOk="0" h="1169" w="1063">
                  <a:moveTo>
                    <a:pt x="418" y="1"/>
                  </a:moveTo>
                  <a:cubicBezTo>
                    <a:pt x="203" y="1"/>
                    <a:pt x="1" y="221"/>
                    <a:pt x="133" y="454"/>
                  </a:cubicBezTo>
                  <a:lnTo>
                    <a:pt x="443" y="1001"/>
                  </a:lnTo>
                  <a:cubicBezTo>
                    <a:pt x="491" y="1097"/>
                    <a:pt x="610" y="1168"/>
                    <a:pt x="705" y="1168"/>
                  </a:cubicBezTo>
                  <a:cubicBezTo>
                    <a:pt x="776" y="1168"/>
                    <a:pt x="824" y="1144"/>
                    <a:pt x="872" y="1120"/>
                  </a:cubicBezTo>
                  <a:cubicBezTo>
                    <a:pt x="1015" y="1025"/>
                    <a:pt x="1062" y="835"/>
                    <a:pt x="991" y="692"/>
                  </a:cubicBezTo>
                  <a:lnTo>
                    <a:pt x="681" y="144"/>
                  </a:lnTo>
                  <a:cubicBezTo>
                    <a:pt x="609" y="43"/>
                    <a:pt x="512" y="1"/>
                    <a:pt x="41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106"/>
            <p:cNvSpPr/>
            <p:nvPr/>
          </p:nvSpPr>
          <p:spPr>
            <a:xfrm>
              <a:off x="2824350" y="2416775"/>
              <a:ext cx="35175" cy="24275"/>
            </a:xfrm>
            <a:custGeom>
              <a:rect b="b" l="l" r="r" t="t"/>
              <a:pathLst>
                <a:path extrusionOk="0" h="971" w="1407">
                  <a:moveTo>
                    <a:pt x="461" y="1"/>
                  </a:moveTo>
                  <a:cubicBezTo>
                    <a:pt x="185" y="1"/>
                    <a:pt x="0" y="437"/>
                    <a:pt x="335" y="614"/>
                  </a:cubicBezTo>
                  <a:lnTo>
                    <a:pt x="882" y="923"/>
                  </a:lnTo>
                  <a:cubicBezTo>
                    <a:pt x="930" y="947"/>
                    <a:pt x="978" y="947"/>
                    <a:pt x="1025" y="971"/>
                  </a:cubicBezTo>
                  <a:cubicBezTo>
                    <a:pt x="1144" y="971"/>
                    <a:pt x="1263" y="899"/>
                    <a:pt x="1311" y="804"/>
                  </a:cubicBezTo>
                  <a:cubicBezTo>
                    <a:pt x="1406" y="661"/>
                    <a:pt x="1359" y="447"/>
                    <a:pt x="1192" y="376"/>
                  </a:cubicBezTo>
                  <a:lnTo>
                    <a:pt x="644" y="66"/>
                  </a:lnTo>
                  <a:cubicBezTo>
                    <a:pt x="582" y="20"/>
                    <a:pt x="519" y="1"/>
                    <a:pt x="46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106"/>
            <p:cNvSpPr/>
            <p:nvPr/>
          </p:nvSpPr>
          <p:spPr>
            <a:xfrm>
              <a:off x="2914850" y="2552950"/>
              <a:ext cx="25050" cy="16100"/>
            </a:xfrm>
            <a:custGeom>
              <a:rect b="b" l="l" r="r" t="t"/>
              <a:pathLst>
                <a:path extrusionOk="0" h="644" w="1002">
                  <a:moveTo>
                    <a:pt x="1" y="1"/>
                  </a:moveTo>
                  <a:lnTo>
                    <a:pt x="215" y="644"/>
                  </a:lnTo>
                  <a:lnTo>
                    <a:pt x="811" y="644"/>
                  </a:lnTo>
                  <a:lnTo>
                    <a:pt x="10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106"/>
            <p:cNvSpPr/>
            <p:nvPr/>
          </p:nvSpPr>
          <p:spPr>
            <a:xfrm>
              <a:off x="2910100" y="2584525"/>
              <a:ext cx="33950" cy="48250"/>
            </a:xfrm>
            <a:custGeom>
              <a:rect b="b" l="l" r="r" t="t"/>
              <a:pathLst>
                <a:path extrusionOk="0" h="1930" w="1358">
                  <a:moveTo>
                    <a:pt x="429" y="0"/>
                  </a:moveTo>
                  <a:lnTo>
                    <a:pt x="0" y="1929"/>
                  </a:lnTo>
                  <a:lnTo>
                    <a:pt x="1358" y="1929"/>
                  </a:lnTo>
                  <a:lnTo>
                    <a:pt x="9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p106"/>
            <p:cNvSpPr/>
            <p:nvPr/>
          </p:nvSpPr>
          <p:spPr>
            <a:xfrm>
              <a:off x="2814850" y="2552950"/>
              <a:ext cx="91100" cy="79825"/>
            </a:xfrm>
            <a:custGeom>
              <a:rect b="b" l="l" r="r" t="t"/>
              <a:pathLst>
                <a:path extrusionOk="0" h="3193" w="3644">
                  <a:moveTo>
                    <a:pt x="3167" y="1"/>
                  </a:moveTo>
                  <a:lnTo>
                    <a:pt x="1596" y="453"/>
                  </a:lnTo>
                  <a:cubicBezTo>
                    <a:pt x="1143" y="596"/>
                    <a:pt x="738" y="858"/>
                    <a:pt x="453" y="1239"/>
                  </a:cubicBezTo>
                  <a:cubicBezTo>
                    <a:pt x="143" y="1620"/>
                    <a:pt x="0" y="2097"/>
                    <a:pt x="0" y="2573"/>
                  </a:cubicBezTo>
                  <a:lnTo>
                    <a:pt x="0" y="2859"/>
                  </a:lnTo>
                  <a:cubicBezTo>
                    <a:pt x="0" y="3049"/>
                    <a:pt x="143" y="3192"/>
                    <a:pt x="310" y="3192"/>
                  </a:cubicBezTo>
                  <a:lnTo>
                    <a:pt x="3167" y="3192"/>
                  </a:lnTo>
                  <a:lnTo>
                    <a:pt x="3644" y="954"/>
                  </a:lnTo>
                  <a:lnTo>
                    <a:pt x="333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106"/>
            <p:cNvSpPr/>
            <p:nvPr/>
          </p:nvSpPr>
          <p:spPr>
            <a:xfrm>
              <a:off x="2948800" y="2553550"/>
              <a:ext cx="91100" cy="79800"/>
            </a:xfrm>
            <a:custGeom>
              <a:rect b="b" l="l" r="r" t="t"/>
              <a:pathLst>
                <a:path extrusionOk="0" h="3192" w="3644">
                  <a:moveTo>
                    <a:pt x="310" y="1"/>
                  </a:moveTo>
                  <a:lnTo>
                    <a:pt x="0" y="953"/>
                  </a:lnTo>
                  <a:lnTo>
                    <a:pt x="477" y="3192"/>
                  </a:lnTo>
                  <a:lnTo>
                    <a:pt x="3334" y="3192"/>
                  </a:lnTo>
                  <a:cubicBezTo>
                    <a:pt x="3501" y="3192"/>
                    <a:pt x="3644" y="3049"/>
                    <a:pt x="3644" y="2858"/>
                  </a:cubicBezTo>
                  <a:lnTo>
                    <a:pt x="3644" y="2573"/>
                  </a:lnTo>
                  <a:cubicBezTo>
                    <a:pt x="3644" y="2096"/>
                    <a:pt x="3477" y="1620"/>
                    <a:pt x="3191" y="1239"/>
                  </a:cubicBezTo>
                  <a:cubicBezTo>
                    <a:pt x="2906" y="858"/>
                    <a:pt x="2501" y="596"/>
                    <a:pt x="2048" y="453"/>
                  </a:cubicBezTo>
                  <a:lnTo>
                    <a:pt x="4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p106"/>
            <p:cNvSpPr/>
            <p:nvPr/>
          </p:nvSpPr>
          <p:spPr>
            <a:xfrm>
              <a:off x="2841025" y="2411850"/>
              <a:ext cx="172700" cy="125650"/>
            </a:xfrm>
            <a:custGeom>
              <a:rect b="b" l="l" r="r" t="t"/>
              <a:pathLst>
                <a:path extrusionOk="0" h="5026" w="6908">
                  <a:moveTo>
                    <a:pt x="3454" y="1"/>
                  </a:moveTo>
                  <a:cubicBezTo>
                    <a:pt x="1192" y="1"/>
                    <a:pt x="1" y="2668"/>
                    <a:pt x="1501" y="4359"/>
                  </a:cubicBezTo>
                  <a:cubicBezTo>
                    <a:pt x="1668" y="4549"/>
                    <a:pt x="1811" y="4788"/>
                    <a:pt x="1858" y="5026"/>
                  </a:cubicBezTo>
                  <a:lnTo>
                    <a:pt x="3144" y="5026"/>
                  </a:lnTo>
                  <a:lnTo>
                    <a:pt x="3144" y="3383"/>
                  </a:lnTo>
                  <a:lnTo>
                    <a:pt x="2621" y="2835"/>
                  </a:lnTo>
                  <a:cubicBezTo>
                    <a:pt x="2384" y="2617"/>
                    <a:pt x="2591" y="2302"/>
                    <a:pt x="2830" y="2302"/>
                  </a:cubicBezTo>
                  <a:cubicBezTo>
                    <a:pt x="2904" y="2302"/>
                    <a:pt x="2981" y="2333"/>
                    <a:pt x="3049" y="2406"/>
                  </a:cubicBezTo>
                  <a:lnTo>
                    <a:pt x="3454" y="2811"/>
                  </a:lnTo>
                  <a:lnTo>
                    <a:pt x="3859" y="2406"/>
                  </a:lnTo>
                  <a:cubicBezTo>
                    <a:pt x="3932" y="2333"/>
                    <a:pt x="4013" y="2302"/>
                    <a:pt x="4088" y="2302"/>
                  </a:cubicBezTo>
                  <a:cubicBezTo>
                    <a:pt x="4332" y="2302"/>
                    <a:pt x="4529" y="2617"/>
                    <a:pt x="4311" y="2835"/>
                  </a:cubicBezTo>
                  <a:lnTo>
                    <a:pt x="3787" y="3383"/>
                  </a:lnTo>
                  <a:lnTo>
                    <a:pt x="3787" y="5026"/>
                  </a:lnTo>
                  <a:lnTo>
                    <a:pt x="5073" y="5026"/>
                  </a:lnTo>
                  <a:cubicBezTo>
                    <a:pt x="5121" y="4788"/>
                    <a:pt x="5240" y="4549"/>
                    <a:pt x="5407" y="4359"/>
                  </a:cubicBezTo>
                  <a:cubicBezTo>
                    <a:pt x="6907" y="2668"/>
                    <a:pt x="5716" y="1"/>
                    <a:pt x="345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1" name="Google Shape;2141;p106"/>
          <p:cNvGrpSpPr/>
          <p:nvPr/>
        </p:nvGrpSpPr>
        <p:grpSpPr>
          <a:xfrm>
            <a:off x="1879938" y="1660524"/>
            <a:ext cx="433447" cy="496265"/>
            <a:chOff x="3968050" y="4075825"/>
            <a:chExt cx="234600" cy="268600"/>
          </a:xfrm>
        </p:grpSpPr>
        <p:sp>
          <p:nvSpPr>
            <p:cNvPr id="2142" name="Google Shape;2142;p106"/>
            <p:cNvSpPr/>
            <p:nvPr/>
          </p:nvSpPr>
          <p:spPr>
            <a:xfrm>
              <a:off x="4085350" y="4212825"/>
              <a:ext cx="15500" cy="15500"/>
            </a:xfrm>
            <a:custGeom>
              <a:rect b="b" l="l" r="r" t="t"/>
              <a:pathLst>
                <a:path extrusionOk="0" h="620" w="620">
                  <a:moveTo>
                    <a:pt x="310" y="0"/>
                  </a:moveTo>
                  <a:cubicBezTo>
                    <a:pt x="143" y="0"/>
                    <a:pt x="0" y="143"/>
                    <a:pt x="0" y="310"/>
                  </a:cubicBezTo>
                  <a:cubicBezTo>
                    <a:pt x="0" y="477"/>
                    <a:pt x="143" y="620"/>
                    <a:pt x="310" y="620"/>
                  </a:cubicBezTo>
                  <a:cubicBezTo>
                    <a:pt x="476" y="620"/>
                    <a:pt x="619" y="477"/>
                    <a:pt x="619" y="310"/>
                  </a:cubicBezTo>
                  <a:cubicBezTo>
                    <a:pt x="619" y="143"/>
                    <a:pt x="476" y="0"/>
                    <a:pt x="3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106"/>
            <p:cNvSpPr/>
            <p:nvPr/>
          </p:nvSpPr>
          <p:spPr>
            <a:xfrm>
              <a:off x="3968050" y="4075825"/>
              <a:ext cx="234600" cy="268600"/>
            </a:xfrm>
            <a:custGeom>
              <a:rect b="b" l="l" r="r" t="t"/>
              <a:pathLst>
                <a:path extrusionOk="0" h="10744" w="9384">
                  <a:moveTo>
                    <a:pt x="5002" y="1384"/>
                  </a:moveTo>
                  <a:cubicBezTo>
                    <a:pt x="6645" y="1384"/>
                    <a:pt x="8002" y="2694"/>
                    <a:pt x="8050" y="4337"/>
                  </a:cubicBezTo>
                  <a:cubicBezTo>
                    <a:pt x="8050" y="4504"/>
                    <a:pt x="7907" y="4647"/>
                    <a:pt x="7740" y="4647"/>
                  </a:cubicBezTo>
                  <a:lnTo>
                    <a:pt x="7097" y="4647"/>
                  </a:lnTo>
                  <a:cubicBezTo>
                    <a:pt x="6716" y="4599"/>
                    <a:pt x="6716" y="4052"/>
                    <a:pt x="7097" y="4004"/>
                  </a:cubicBezTo>
                  <a:lnTo>
                    <a:pt x="7383" y="4004"/>
                  </a:lnTo>
                  <a:cubicBezTo>
                    <a:pt x="7336" y="3599"/>
                    <a:pt x="7169" y="3194"/>
                    <a:pt x="6907" y="2861"/>
                  </a:cubicBezTo>
                  <a:lnTo>
                    <a:pt x="6716" y="3075"/>
                  </a:lnTo>
                  <a:cubicBezTo>
                    <a:pt x="6645" y="3123"/>
                    <a:pt x="6574" y="3170"/>
                    <a:pt x="6478" y="3170"/>
                  </a:cubicBezTo>
                  <a:cubicBezTo>
                    <a:pt x="6216" y="3147"/>
                    <a:pt x="6073" y="2813"/>
                    <a:pt x="6264" y="2623"/>
                  </a:cubicBezTo>
                  <a:lnTo>
                    <a:pt x="6478" y="2408"/>
                  </a:lnTo>
                  <a:cubicBezTo>
                    <a:pt x="6145" y="2170"/>
                    <a:pt x="5740" y="2004"/>
                    <a:pt x="5311" y="1932"/>
                  </a:cubicBezTo>
                  <a:lnTo>
                    <a:pt x="5311" y="2242"/>
                  </a:lnTo>
                  <a:cubicBezTo>
                    <a:pt x="5335" y="2468"/>
                    <a:pt x="5168" y="2581"/>
                    <a:pt x="5002" y="2581"/>
                  </a:cubicBezTo>
                  <a:cubicBezTo>
                    <a:pt x="4835" y="2581"/>
                    <a:pt x="4668" y="2468"/>
                    <a:pt x="4692" y="2242"/>
                  </a:cubicBezTo>
                  <a:lnTo>
                    <a:pt x="4692" y="1932"/>
                  </a:lnTo>
                  <a:cubicBezTo>
                    <a:pt x="4264" y="2004"/>
                    <a:pt x="3883" y="2170"/>
                    <a:pt x="3549" y="2408"/>
                  </a:cubicBezTo>
                  <a:lnTo>
                    <a:pt x="3740" y="2623"/>
                  </a:lnTo>
                  <a:cubicBezTo>
                    <a:pt x="3859" y="2742"/>
                    <a:pt x="3859" y="2956"/>
                    <a:pt x="3740" y="3075"/>
                  </a:cubicBezTo>
                  <a:cubicBezTo>
                    <a:pt x="3692" y="3123"/>
                    <a:pt x="3621" y="3170"/>
                    <a:pt x="3525" y="3170"/>
                  </a:cubicBezTo>
                  <a:cubicBezTo>
                    <a:pt x="3454" y="3170"/>
                    <a:pt x="3359" y="3123"/>
                    <a:pt x="3311" y="3075"/>
                  </a:cubicBezTo>
                  <a:lnTo>
                    <a:pt x="3097" y="2861"/>
                  </a:lnTo>
                  <a:cubicBezTo>
                    <a:pt x="2835" y="3194"/>
                    <a:pt x="2668" y="3599"/>
                    <a:pt x="2620" y="4004"/>
                  </a:cubicBezTo>
                  <a:lnTo>
                    <a:pt x="2906" y="4004"/>
                  </a:lnTo>
                  <a:cubicBezTo>
                    <a:pt x="2921" y="4002"/>
                    <a:pt x="2935" y="4002"/>
                    <a:pt x="2949" y="4002"/>
                  </a:cubicBezTo>
                  <a:cubicBezTo>
                    <a:pt x="3368" y="4002"/>
                    <a:pt x="3368" y="4649"/>
                    <a:pt x="2949" y="4649"/>
                  </a:cubicBezTo>
                  <a:cubicBezTo>
                    <a:pt x="2935" y="4649"/>
                    <a:pt x="2921" y="4648"/>
                    <a:pt x="2906" y="4647"/>
                  </a:cubicBezTo>
                  <a:lnTo>
                    <a:pt x="2287" y="4647"/>
                  </a:lnTo>
                  <a:cubicBezTo>
                    <a:pt x="2120" y="4647"/>
                    <a:pt x="1977" y="4504"/>
                    <a:pt x="1977" y="4337"/>
                  </a:cubicBezTo>
                  <a:cubicBezTo>
                    <a:pt x="2025" y="2694"/>
                    <a:pt x="3382" y="1384"/>
                    <a:pt x="5002" y="1384"/>
                  </a:cubicBezTo>
                  <a:close/>
                  <a:moveTo>
                    <a:pt x="5017" y="3194"/>
                  </a:moveTo>
                  <a:cubicBezTo>
                    <a:pt x="5163" y="3194"/>
                    <a:pt x="5311" y="3289"/>
                    <a:pt x="5335" y="3480"/>
                  </a:cubicBezTo>
                  <a:lnTo>
                    <a:pt x="5335" y="4885"/>
                  </a:lnTo>
                  <a:cubicBezTo>
                    <a:pt x="6327" y="5263"/>
                    <a:pt x="6078" y="6719"/>
                    <a:pt x="5027" y="6719"/>
                  </a:cubicBezTo>
                  <a:cubicBezTo>
                    <a:pt x="5019" y="6719"/>
                    <a:pt x="5010" y="6719"/>
                    <a:pt x="5002" y="6719"/>
                  </a:cubicBezTo>
                  <a:cubicBezTo>
                    <a:pt x="3954" y="6695"/>
                    <a:pt x="3716" y="5242"/>
                    <a:pt x="4716" y="4885"/>
                  </a:cubicBezTo>
                  <a:lnTo>
                    <a:pt x="4716" y="3480"/>
                  </a:lnTo>
                  <a:cubicBezTo>
                    <a:pt x="4728" y="3289"/>
                    <a:pt x="4871" y="3194"/>
                    <a:pt x="5017" y="3194"/>
                  </a:cubicBezTo>
                  <a:close/>
                  <a:moveTo>
                    <a:pt x="4974" y="1"/>
                  </a:moveTo>
                  <a:cubicBezTo>
                    <a:pt x="4928" y="1"/>
                    <a:pt x="4882" y="2"/>
                    <a:pt x="4835" y="3"/>
                  </a:cubicBezTo>
                  <a:cubicBezTo>
                    <a:pt x="2549" y="98"/>
                    <a:pt x="739" y="1980"/>
                    <a:pt x="715" y="4266"/>
                  </a:cubicBezTo>
                  <a:lnTo>
                    <a:pt x="72" y="6171"/>
                  </a:lnTo>
                  <a:cubicBezTo>
                    <a:pt x="1" y="6409"/>
                    <a:pt x="48" y="6647"/>
                    <a:pt x="191" y="6838"/>
                  </a:cubicBezTo>
                  <a:cubicBezTo>
                    <a:pt x="300" y="7012"/>
                    <a:pt x="509" y="7127"/>
                    <a:pt x="726" y="7127"/>
                  </a:cubicBezTo>
                  <a:cubicBezTo>
                    <a:pt x="746" y="7127"/>
                    <a:pt x="766" y="7126"/>
                    <a:pt x="787" y="7124"/>
                  </a:cubicBezTo>
                  <a:lnTo>
                    <a:pt x="1358" y="7124"/>
                  </a:lnTo>
                  <a:lnTo>
                    <a:pt x="1358" y="8076"/>
                  </a:lnTo>
                  <a:cubicBezTo>
                    <a:pt x="1358" y="8719"/>
                    <a:pt x="1858" y="9219"/>
                    <a:pt x="2501" y="9219"/>
                  </a:cubicBezTo>
                  <a:lnTo>
                    <a:pt x="3240" y="9219"/>
                  </a:lnTo>
                  <a:lnTo>
                    <a:pt x="3240" y="10410"/>
                  </a:lnTo>
                  <a:cubicBezTo>
                    <a:pt x="3216" y="10600"/>
                    <a:pt x="3359" y="10743"/>
                    <a:pt x="3549" y="10743"/>
                  </a:cubicBezTo>
                  <a:lnTo>
                    <a:pt x="7740" y="10743"/>
                  </a:lnTo>
                  <a:cubicBezTo>
                    <a:pt x="7907" y="10743"/>
                    <a:pt x="8050" y="10600"/>
                    <a:pt x="8050" y="10434"/>
                  </a:cubicBezTo>
                  <a:lnTo>
                    <a:pt x="8050" y="7338"/>
                  </a:lnTo>
                  <a:cubicBezTo>
                    <a:pt x="8931" y="6457"/>
                    <a:pt x="9384" y="5195"/>
                    <a:pt x="9288" y="3932"/>
                  </a:cubicBezTo>
                  <a:cubicBezTo>
                    <a:pt x="9102" y="1692"/>
                    <a:pt x="7223" y="1"/>
                    <a:pt x="49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44" name="Google Shape;2144;p106"/>
          <p:cNvPicPr preferRelativeResize="0"/>
          <p:nvPr/>
        </p:nvPicPr>
        <p:blipFill rotWithShape="1">
          <a:blip r:embed="rId3">
            <a:alphaModFix/>
          </a:blip>
          <a:srcRect b="0" l="0" r="0" t="0"/>
          <a:stretch/>
        </p:blipFill>
        <p:spPr>
          <a:xfrm>
            <a:off x="7454785" y="1435042"/>
            <a:ext cx="386894" cy="366601"/>
          </a:xfrm>
          <a:prstGeom prst="rect">
            <a:avLst/>
          </a:prstGeom>
          <a:noFill/>
          <a:ln>
            <a:noFill/>
          </a:ln>
        </p:spPr>
      </p:pic>
      <p:pic>
        <p:nvPicPr>
          <p:cNvPr id="2145" name="Google Shape;2145;p106"/>
          <p:cNvPicPr preferRelativeResize="0"/>
          <p:nvPr/>
        </p:nvPicPr>
        <p:blipFill rotWithShape="1">
          <a:blip r:embed="rId4">
            <a:alphaModFix/>
          </a:blip>
          <a:srcRect b="0" l="0" r="0" t="0"/>
          <a:stretch/>
        </p:blipFill>
        <p:spPr>
          <a:xfrm rot="3243296">
            <a:off x="1039150" y="2977525"/>
            <a:ext cx="651368" cy="507950"/>
          </a:xfrm>
          <a:prstGeom prst="rect">
            <a:avLst/>
          </a:prstGeom>
          <a:noFill/>
          <a:ln>
            <a:noFill/>
          </a:ln>
        </p:spPr>
      </p:pic>
      <p:sp>
        <p:nvSpPr>
          <p:cNvPr id="2146" name="Google Shape;2146;p106"/>
          <p:cNvSpPr/>
          <p:nvPr/>
        </p:nvSpPr>
        <p:spPr>
          <a:xfrm>
            <a:off x="2478025" y="395650"/>
            <a:ext cx="4314300" cy="4299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Georgia"/>
                <a:ea typeface="Georgia"/>
                <a:cs typeface="Georgia"/>
                <a:sym typeface="Georgia"/>
              </a:rPr>
              <a:t>Iteration 2 (Interactive)</a:t>
            </a:r>
            <a:endParaRPr b="0" i="0" sz="2800" u="none" cap="none" strike="noStrike">
              <a:solidFill>
                <a:schemeClr val="dk1"/>
              </a:solidFill>
              <a:latin typeface="Georgia"/>
              <a:ea typeface="Georgia"/>
              <a:cs typeface="Georgia"/>
              <a:sym typeface="Georgia"/>
            </a:endParaRPr>
          </a:p>
        </p:txBody>
      </p:sp>
      <p:pic>
        <p:nvPicPr>
          <p:cNvPr id="2147" name="Google Shape;2147;p106"/>
          <p:cNvPicPr preferRelativeResize="0"/>
          <p:nvPr/>
        </p:nvPicPr>
        <p:blipFill>
          <a:blip r:embed="rId5">
            <a:alphaModFix/>
          </a:blip>
          <a:stretch>
            <a:fillRect/>
          </a:stretch>
        </p:blipFill>
        <p:spPr>
          <a:xfrm>
            <a:off x="1879925" y="1103550"/>
            <a:ext cx="5264276" cy="3699176"/>
          </a:xfrm>
          <a:prstGeom prst="rect">
            <a:avLst/>
          </a:prstGeom>
          <a:noFill/>
          <a:ln cap="flat" cmpd="sng" w="76200">
            <a:solidFill>
              <a:srgbClr val="6AA84F"/>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pic>
        <p:nvPicPr>
          <p:cNvPr id="2152" name="Google Shape;2152;p107"/>
          <p:cNvPicPr preferRelativeResize="0"/>
          <p:nvPr/>
        </p:nvPicPr>
        <p:blipFill rotWithShape="1">
          <a:blip r:embed="rId3">
            <a:alphaModFix/>
          </a:blip>
          <a:srcRect b="0" l="0" r="0" t="0"/>
          <a:stretch/>
        </p:blipFill>
        <p:spPr>
          <a:xfrm>
            <a:off x="6092411" y="279992"/>
            <a:ext cx="386894" cy="366601"/>
          </a:xfrm>
          <a:prstGeom prst="rect">
            <a:avLst/>
          </a:prstGeom>
          <a:noFill/>
          <a:ln>
            <a:noFill/>
          </a:ln>
        </p:spPr>
      </p:pic>
      <p:pic>
        <p:nvPicPr>
          <p:cNvPr id="2153" name="Google Shape;2153;p107"/>
          <p:cNvPicPr preferRelativeResize="0"/>
          <p:nvPr/>
        </p:nvPicPr>
        <p:blipFill rotWithShape="1">
          <a:blip r:embed="rId4">
            <a:alphaModFix/>
          </a:blip>
          <a:srcRect b="0" l="0" r="0" t="0"/>
          <a:stretch/>
        </p:blipFill>
        <p:spPr>
          <a:xfrm rot="3243296">
            <a:off x="1039150" y="2977525"/>
            <a:ext cx="651368" cy="507950"/>
          </a:xfrm>
          <a:prstGeom prst="rect">
            <a:avLst/>
          </a:prstGeom>
          <a:noFill/>
          <a:ln>
            <a:noFill/>
          </a:ln>
        </p:spPr>
      </p:pic>
      <p:sp>
        <p:nvSpPr>
          <p:cNvPr id="2154" name="Google Shape;2154;p107"/>
          <p:cNvSpPr/>
          <p:nvPr/>
        </p:nvSpPr>
        <p:spPr>
          <a:xfrm>
            <a:off x="2863200" y="136975"/>
            <a:ext cx="3417600" cy="5727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n" sz="2900" u="none" cap="none" strike="noStrike">
                <a:solidFill>
                  <a:schemeClr val="dk1"/>
                </a:solidFill>
                <a:latin typeface="Georgia"/>
                <a:ea typeface="Georgia"/>
                <a:cs typeface="Georgia"/>
                <a:sym typeface="Georgia"/>
              </a:rPr>
              <a:t>Usability Study </a:t>
            </a:r>
            <a:endParaRPr b="0" i="0" sz="2800" u="none" cap="none" strike="noStrike">
              <a:solidFill>
                <a:schemeClr val="dk1"/>
              </a:solidFill>
              <a:latin typeface="Georgia"/>
              <a:ea typeface="Georgia"/>
              <a:cs typeface="Georgia"/>
              <a:sym typeface="Georgia"/>
            </a:endParaRPr>
          </a:p>
        </p:txBody>
      </p:sp>
      <p:graphicFrame>
        <p:nvGraphicFramePr>
          <p:cNvPr id="2155" name="Google Shape;2155;p107"/>
          <p:cNvGraphicFramePr/>
          <p:nvPr/>
        </p:nvGraphicFramePr>
        <p:xfrm>
          <a:off x="1879200" y="764400"/>
          <a:ext cx="3000000" cy="3000000"/>
        </p:xfrm>
        <a:graphic>
          <a:graphicData uri="http://schemas.openxmlformats.org/drawingml/2006/table">
            <a:tbl>
              <a:tblPr>
                <a:noFill/>
                <a:tableStyleId>{E300C712-0DCE-4015-B967-95D2C5B71EA9}</a:tableStyleId>
              </a:tblPr>
              <a:tblGrid>
                <a:gridCol w="694025"/>
                <a:gridCol w="4691575"/>
              </a:tblGrid>
              <a:tr h="278900">
                <a:tc>
                  <a:txBody>
                    <a:bodyPr/>
                    <a:lstStyle/>
                    <a:p>
                      <a:pPr indent="0" lvl="0" marL="0" rtl="0" algn="ctr">
                        <a:lnSpc>
                          <a:spcPct val="115000"/>
                        </a:lnSpc>
                        <a:spcBef>
                          <a:spcPts val="0"/>
                        </a:spcBef>
                        <a:spcAft>
                          <a:spcPts val="0"/>
                        </a:spcAft>
                        <a:buNone/>
                      </a:pPr>
                      <a:r>
                        <a:rPr b="1" lang="en" sz="800">
                          <a:solidFill>
                            <a:srgbClr val="0000FF"/>
                          </a:solidFill>
                          <a:latin typeface="Georgia"/>
                          <a:ea typeface="Georgia"/>
                          <a:cs typeface="Georgia"/>
                          <a:sym typeface="Georgia"/>
                        </a:rPr>
                        <a:t>MoSCoW Priority</a:t>
                      </a:r>
                      <a:endParaRPr b="1" sz="800">
                        <a:solidFill>
                          <a:srgbClr val="0000FF"/>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2857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solidFill>
                            <a:srgbClr val="0000FF"/>
                          </a:solidFill>
                          <a:latin typeface="Georgia"/>
                          <a:ea typeface="Georgia"/>
                          <a:cs typeface="Georgia"/>
                          <a:sym typeface="Georgia"/>
                        </a:rPr>
                        <a:t>Issue</a:t>
                      </a:r>
                      <a:endParaRPr b="1" sz="800">
                        <a:solidFill>
                          <a:srgbClr val="0000FF"/>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225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numeric labels to the sleep slider (e.g., “6 hrs”, “7 hrs”).</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336325">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Make predicted stress value significantly more prominent (larger font, bold, reposition). Move to the top of the page instead the bottom</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225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a color legend/scale explaining head color → stress mapping.</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5585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Provide context/explanation of what the stress % represents and how it’s calculated.</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2250">
                <a:tc>
                  <a:txBody>
                    <a:bodyPr/>
                    <a:lstStyle/>
                    <a:p>
                      <a:pPr indent="0" lvl="0" marL="0" rtl="0" algn="ctr">
                        <a:lnSpc>
                          <a:spcPct val="115000"/>
                        </a:lnSpc>
                        <a:spcBef>
                          <a:spcPts val="0"/>
                        </a:spcBef>
                        <a:spcAft>
                          <a:spcPts val="0"/>
                        </a:spcAft>
                        <a:buNone/>
                      </a:pPr>
                      <a:r>
                        <a:rPr b="1" lang="en" sz="800">
                          <a:solidFill>
                            <a:srgbClr val="FF9900"/>
                          </a:solidFill>
                          <a:latin typeface="Georgia"/>
                          <a:ea typeface="Georgia"/>
                          <a:cs typeface="Georgia"/>
                          <a:sym typeface="Georgia"/>
                        </a:rPr>
                        <a:t>Should</a:t>
                      </a:r>
                      <a:endParaRPr b="1" sz="800">
                        <a:solidFill>
                          <a:srgbClr val="FF99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Improve title clarity and hierarchy (e.g., bigger title, short subtitle describing purpose).</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2250">
                <a:tc>
                  <a:txBody>
                    <a:bodyPr/>
                    <a:lstStyle/>
                    <a:p>
                      <a:pPr indent="0" lvl="0" marL="0" rtl="0" algn="ctr">
                        <a:lnSpc>
                          <a:spcPct val="115000"/>
                        </a:lnSpc>
                        <a:spcBef>
                          <a:spcPts val="0"/>
                        </a:spcBef>
                        <a:spcAft>
                          <a:spcPts val="0"/>
                        </a:spcAft>
                        <a:buNone/>
                      </a:pPr>
                      <a:r>
                        <a:rPr b="1" lang="en" sz="800">
                          <a:solidFill>
                            <a:srgbClr val="FF9900"/>
                          </a:solidFill>
                          <a:latin typeface="Georgia"/>
                          <a:ea typeface="Georgia"/>
                          <a:cs typeface="Georgia"/>
                          <a:sym typeface="Georgia"/>
                        </a:rPr>
                        <a:t>Should</a:t>
                      </a:r>
                      <a:endParaRPr b="1" sz="800">
                        <a:solidFill>
                          <a:srgbClr val="FF99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descriptions or tooltips explaining why country and age impact stress.</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278900">
                <a:tc>
                  <a:txBody>
                    <a:bodyPr/>
                    <a:lstStyle/>
                    <a:p>
                      <a:pPr indent="0" lvl="0" marL="0" rtl="0" algn="ctr">
                        <a:lnSpc>
                          <a:spcPct val="115000"/>
                        </a:lnSpc>
                        <a:spcBef>
                          <a:spcPts val="0"/>
                        </a:spcBef>
                        <a:spcAft>
                          <a:spcPts val="0"/>
                        </a:spcAft>
                        <a:buNone/>
                      </a:pPr>
                      <a:r>
                        <a:rPr b="1" lang="en" sz="800">
                          <a:solidFill>
                            <a:srgbClr val="FF9900"/>
                          </a:solidFill>
                          <a:latin typeface="Georgia"/>
                          <a:ea typeface="Georgia"/>
                          <a:cs typeface="Georgia"/>
                          <a:sym typeface="Georgia"/>
                        </a:rPr>
                        <a:t>Should</a:t>
                      </a:r>
                      <a:endParaRPr b="1" sz="800">
                        <a:solidFill>
                          <a:srgbClr val="FF9900"/>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Enhance visual changes when adjusting certain parameters (e.g., age). Nothing happens when age is changed by itself</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666666"/>
                          </a:solidFill>
                          <a:latin typeface="Georgia"/>
                          <a:ea typeface="Georgia"/>
                          <a:cs typeface="Georgia"/>
                          <a:sym typeface="Georgia"/>
                        </a:rPr>
                        <a:t>Won't</a:t>
                      </a:r>
                      <a:endParaRPr b="1" sz="800">
                        <a:solidFill>
                          <a:srgbClr val="666666"/>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message that signals user that new updates have been applied.</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0000FF"/>
                          </a:solidFill>
                          <a:latin typeface="Georgia"/>
                          <a:ea typeface="Georgia"/>
                          <a:cs typeface="Georgia"/>
                          <a:sym typeface="Georgia"/>
                        </a:rPr>
                        <a:t>Could</a:t>
                      </a:r>
                      <a:endParaRPr b="1" sz="800">
                        <a:solidFill>
                          <a:srgbClr val="0000FF"/>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Improve right/left layout balance (larger left visualization panel).</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666666"/>
                          </a:solidFill>
                          <a:latin typeface="Georgia"/>
                          <a:ea typeface="Georgia"/>
                          <a:cs typeface="Georgia"/>
                          <a:sym typeface="Georgia"/>
                        </a:rPr>
                        <a:t>Won't</a:t>
                      </a:r>
                      <a:endParaRPr b="1" sz="800">
                        <a:solidFill>
                          <a:srgbClr val="666666"/>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Allow coffee size/type to influence stress more realistically.</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0000FF"/>
                          </a:solidFill>
                          <a:latin typeface="Georgia"/>
                          <a:ea typeface="Georgia"/>
                          <a:cs typeface="Georgia"/>
                          <a:sym typeface="Georgia"/>
                        </a:rPr>
                        <a:t>Could</a:t>
                      </a:r>
                      <a:endParaRPr b="1" sz="800">
                        <a:solidFill>
                          <a:srgbClr val="0000FF"/>
                        </a:solidFill>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optional source or “about the data” section.</a:t>
                      </a:r>
                      <a:endParaRPr sz="800">
                        <a:latin typeface="Georgia"/>
                        <a:ea typeface="Georgia"/>
                        <a:cs typeface="Georgia"/>
                        <a:sym typeface="Georgia"/>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172250">
                <a:tc>
                  <a:txBody>
                    <a:bodyPr/>
                    <a:lstStyle/>
                    <a:p>
                      <a:pPr indent="0" lvl="0" marL="0" rtl="0" algn="ctr">
                        <a:lnSpc>
                          <a:spcPct val="115000"/>
                        </a:lnSpc>
                        <a:spcBef>
                          <a:spcPts val="0"/>
                        </a:spcBef>
                        <a:spcAft>
                          <a:spcPts val="0"/>
                        </a:spcAft>
                        <a:buNone/>
                      </a:pPr>
                      <a:r>
                        <a:rPr b="1" lang="en" sz="800">
                          <a:solidFill>
                            <a:srgbClr val="0000FF"/>
                          </a:solidFill>
                          <a:latin typeface="Georgia"/>
                          <a:ea typeface="Georgia"/>
                          <a:cs typeface="Georgia"/>
                          <a:sym typeface="Georgia"/>
                        </a:rPr>
                        <a:t>Could</a:t>
                      </a:r>
                      <a:endParaRPr b="1" sz="800">
                        <a:solidFill>
                          <a:srgbClr val="0000FF"/>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Add reset button so the viz can return to default values after use.</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78900">
                <a:tc>
                  <a:txBody>
                    <a:bodyPr/>
                    <a:lstStyle/>
                    <a:p>
                      <a:pPr indent="0" lvl="0" marL="0" rtl="0" algn="ctr">
                        <a:lnSpc>
                          <a:spcPct val="115000"/>
                        </a:lnSpc>
                        <a:spcBef>
                          <a:spcPts val="0"/>
                        </a:spcBef>
                        <a:spcAft>
                          <a:spcPts val="0"/>
                        </a:spcAft>
                        <a:buNone/>
                      </a:pPr>
                      <a:r>
                        <a:rPr b="1" lang="en" sz="800">
                          <a:solidFill>
                            <a:srgbClr val="666666"/>
                          </a:solidFill>
                          <a:latin typeface="Georgia"/>
                          <a:ea typeface="Georgia"/>
                          <a:cs typeface="Georgia"/>
                          <a:sym typeface="Georgia"/>
                        </a:rPr>
                        <a:t>Won’t (for now)</a:t>
                      </a:r>
                      <a:endParaRPr b="1" sz="800">
                        <a:solidFill>
                          <a:srgbClr val="666666"/>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Full redesign of character animation or visual aesthetic.</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Correct Title. Says Coffee instead of Caffeine</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7890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The color scheme for stress is supposed to be blue -&gt; amber -&gt; red. viz uses green instead of blue. Update note or fix color</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FF9900"/>
                          </a:solidFill>
                          <a:latin typeface="Georgia"/>
                          <a:ea typeface="Georgia"/>
                          <a:cs typeface="Georgia"/>
                          <a:sym typeface="Georgia"/>
                        </a:rPr>
                        <a:t>Should</a:t>
                      </a:r>
                      <a:endParaRPr b="1" sz="800">
                        <a:solidFill>
                          <a:srgbClr val="FF9900"/>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Extend color representation for stress onto arms, hand to make it more intuitive.</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172250">
                <a:tc>
                  <a:txBody>
                    <a:bodyPr/>
                    <a:lstStyle/>
                    <a:p>
                      <a:pPr indent="0" lvl="0" marL="0" rtl="0" algn="ctr">
                        <a:lnSpc>
                          <a:spcPct val="115000"/>
                        </a:lnSpc>
                        <a:spcBef>
                          <a:spcPts val="0"/>
                        </a:spcBef>
                        <a:spcAft>
                          <a:spcPts val="0"/>
                        </a:spcAft>
                        <a:buNone/>
                      </a:pPr>
                      <a:r>
                        <a:rPr b="1" lang="en" sz="800">
                          <a:solidFill>
                            <a:srgbClr val="FF0000"/>
                          </a:solidFill>
                          <a:latin typeface="Georgia"/>
                          <a:ea typeface="Georgia"/>
                          <a:cs typeface="Georgia"/>
                          <a:sym typeface="Georgia"/>
                        </a:rPr>
                        <a:t>Must</a:t>
                      </a:r>
                      <a:endParaRPr b="1" sz="800">
                        <a:solidFill>
                          <a:srgbClr val="FF0000"/>
                        </a:solidFill>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800">
                          <a:latin typeface="Georgia"/>
                          <a:ea typeface="Georgia"/>
                          <a:cs typeface="Georgia"/>
                          <a:sym typeface="Georgia"/>
                        </a:rPr>
                        <a:t>Stop updating caffeine when selecting new country. Make all countries default to same caffeine (mg).</a:t>
                      </a:r>
                      <a:endParaRPr sz="800">
                        <a:latin typeface="Georgia"/>
                        <a:ea typeface="Georgia"/>
                        <a:cs typeface="Georgia"/>
                        <a:sym typeface="Georgi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pic>
        <p:nvPicPr>
          <p:cNvPr id="2160" name="Google Shape;2160;p108"/>
          <p:cNvPicPr preferRelativeResize="0"/>
          <p:nvPr/>
        </p:nvPicPr>
        <p:blipFill rotWithShape="1">
          <a:blip r:embed="rId3">
            <a:alphaModFix/>
          </a:blip>
          <a:srcRect b="15526" l="0" r="15146" t="0"/>
          <a:stretch/>
        </p:blipFill>
        <p:spPr>
          <a:xfrm>
            <a:off x="582988" y="316800"/>
            <a:ext cx="7978025" cy="4644850"/>
          </a:xfrm>
          <a:prstGeom prst="rect">
            <a:avLst/>
          </a:prstGeom>
          <a:noFill/>
          <a:ln>
            <a:noFill/>
          </a:ln>
        </p:spPr>
      </p:pic>
      <p:pic>
        <p:nvPicPr>
          <p:cNvPr id="2161" name="Google Shape;2161;p108"/>
          <p:cNvPicPr preferRelativeResize="0"/>
          <p:nvPr/>
        </p:nvPicPr>
        <p:blipFill rotWithShape="1">
          <a:blip r:embed="rId4">
            <a:alphaModFix/>
          </a:blip>
          <a:srcRect b="0" l="0" r="0" t="0"/>
          <a:stretch/>
        </p:blipFill>
        <p:spPr>
          <a:xfrm>
            <a:off x="8165550" y="4158253"/>
            <a:ext cx="978450" cy="927097"/>
          </a:xfrm>
          <a:prstGeom prst="rect">
            <a:avLst/>
          </a:prstGeom>
          <a:noFill/>
          <a:ln>
            <a:noFill/>
          </a:ln>
        </p:spPr>
      </p:pic>
      <p:pic>
        <p:nvPicPr>
          <p:cNvPr id="2162" name="Google Shape;2162;p108"/>
          <p:cNvPicPr preferRelativeResize="0"/>
          <p:nvPr/>
        </p:nvPicPr>
        <p:blipFill rotWithShape="1">
          <a:blip r:embed="rId5">
            <a:alphaModFix/>
          </a:blip>
          <a:srcRect b="0" l="0" r="0" t="0"/>
          <a:stretch/>
        </p:blipFill>
        <p:spPr>
          <a:xfrm rot="3243329">
            <a:off x="98452" y="4386621"/>
            <a:ext cx="984121" cy="767433"/>
          </a:xfrm>
          <a:prstGeom prst="rect">
            <a:avLst/>
          </a:prstGeom>
          <a:noFill/>
          <a:ln>
            <a:noFill/>
          </a:ln>
        </p:spPr>
      </p:pic>
      <p:sp>
        <p:nvSpPr>
          <p:cNvPr id="2163" name="Google Shape;2163;p108"/>
          <p:cNvSpPr/>
          <p:nvPr/>
        </p:nvSpPr>
        <p:spPr>
          <a:xfrm flipH="1" rot="-1581430">
            <a:off x="2244402" y="2191026"/>
            <a:ext cx="665592" cy="217347"/>
          </a:xfrm>
          <a:prstGeom prst="rightArrow">
            <a:avLst>
              <a:gd fmla="val 50000" name="adj1"/>
              <a:gd fmla="val 50000" name="adj2"/>
            </a:avLst>
          </a:prstGeom>
          <a:solidFill>
            <a:srgbClr val="00C3B1"/>
          </a:solidFill>
          <a:ln cap="flat" cmpd="sng" w="38100">
            <a:solidFill>
              <a:srgbClr val="00C3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4"/>
                </a:solidFill>
                <a:latin typeface="Open Sans"/>
                <a:ea typeface="Open Sans"/>
                <a:cs typeface="Open Sans"/>
                <a:sym typeface="Open Sans"/>
              </a:rPr>
              <a:t>Hours</a:t>
            </a:r>
            <a:endParaRPr b="1" sz="700">
              <a:solidFill>
                <a:schemeClr val="accent4"/>
              </a:solidFill>
              <a:latin typeface="Open Sans"/>
              <a:ea typeface="Open Sans"/>
              <a:cs typeface="Open Sans"/>
              <a:sym typeface="Open Sans"/>
            </a:endParaRPr>
          </a:p>
        </p:txBody>
      </p:sp>
      <p:sp>
        <p:nvSpPr>
          <p:cNvPr id="2164" name="Google Shape;2164;p108"/>
          <p:cNvSpPr/>
          <p:nvPr/>
        </p:nvSpPr>
        <p:spPr>
          <a:xfrm rot="-1673184">
            <a:off x="1466302" y="3122930"/>
            <a:ext cx="657445" cy="282106"/>
          </a:xfrm>
          <a:prstGeom prst="leftArrow">
            <a:avLst>
              <a:gd fmla="val 50000" name="adj1"/>
              <a:gd fmla="val 50000" name="adj2"/>
            </a:avLst>
          </a:prstGeom>
          <a:solidFill>
            <a:srgbClr val="00C3B1"/>
          </a:solidFill>
          <a:ln cap="flat" cmpd="sng" w="9525">
            <a:solidFill>
              <a:srgbClr val="00C3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6"/>
                </a:solidFill>
                <a:latin typeface="Open Sans"/>
                <a:ea typeface="Open Sans"/>
                <a:cs typeface="Open Sans"/>
                <a:sym typeface="Open Sans"/>
              </a:rPr>
              <a:t>Stress</a:t>
            </a:r>
            <a:endParaRPr b="1" sz="700">
              <a:solidFill>
                <a:schemeClr val="accent6"/>
              </a:solidFill>
              <a:latin typeface="Open Sans"/>
              <a:ea typeface="Open Sans"/>
              <a:cs typeface="Open Sans"/>
              <a:sym typeface="Open Sans"/>
            </a:endParaRPr>
          </a:p>
        </p:txBody>
      </p:sp>
      <p:sp>
        <p:nvSpPr>
          <p:cNvPr id="2165" name="Google Shape;2165;p108"/>
          <p:cNvSpPr/>
          <p:nvPr/>
        </p:nvSpPr>
        <p:spPr>
          <a:xfrm rot="-1024971">
            <a:off x="2023668" y="2517701"/>
            <a:ext cx="699564" cy="326347"/>
          </a:xfrm>
          <a:prstGeom prst="leftArrow">
            <a:avLst>
              <a:gd fmla="val 50000" name="adj1"/>
              <a:gd fmla="val 50000" name="adj2"/>
            </a:avLst>
          </a:prstGeom>
          <a:solidFill>
            <a:srgbClr val="00C3B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6"/>
                </a:solidFill>
                <a:latin typeface="Open Sans"/>
                <a:ea typeface="Open Sans"/>
                <a:cs typeface="Open Sans"/>
                <a:sym typeface="Open Sans"/>
              </a:rPr>
              <a:t>Smoker</a:t>
            </a:r>
            <a:endParaRPr b="1" sz="700">
              <a:solidFill>
                <a:schemeClr val="accent6"/>
              </a:solidFill>
              <a:latin typeface="Open Sans"/>
              <a:ea typeface="Open Sans"/>
              <a:cs typeface="Open Sans"/>
              <a:sym typeface="Open Sans"/>
            </a:endParaRPr>
          </a:p>
        </p:txBody>
      </p:sp>
      <p:pic>
        <p:nvPicPr>
          <p:cNvPr id="2166" name="Google Shape;2166;p108"/>
          <p:cNvPicPr preferRelativeResize="0"/>
          <p:nvPr/>
        </p:nvPicPr>
        <p:blipFill rotWithShape="1">
          <a:blip r:embed="rId4">
            <a:alphaModFix/>
          </a:blip>
          <a:srcRect b="0" l="0" r="0" t="0"/>
          <a:stretch/>
        </p:blipFill>
        <p:spPr>
          <a:xfrm>
            <a:off x="8115524" y="997051"/>
            <a:ext cx="258043" cy="244500"/>
          </a:xfrm>
          <a:prstGeom prst="rect">
            <a:avLst/>
          </a:prstGeom>
          <a:noFill/>
          <a:ln>
            <a:noFill/>
          </a:ln>
        </p:spPr>
      </p:pic>
      <p:pic>
        <p:nvPicPr>
          <p:cNvPr id="2167" name="Google Shape;2167;p108"/>
          <p:cNvPicPr preferRelativeResize="0"/>
          <p:nvPr/>
        </p:nvPicPr>
        <p:blipFill rotWithShape="1">
          <a:blip r:embed="rId4">
            <a:alphaModFix/>
          </a:blip>
          <a:srcRect b="0" l="0" r="0" t="0"/>
          <a:stretch/>
        </p:blipFill>
        <p:spPr>
          <a:xfrm>
            <a:off x="7852675" y="107901"/>
            <a:ext cx="900300" cy="853050"/>
          </a:xfrm>
          <a:prstGeom prst="rect">
            <a:avLst/>
          </a:prstGeom>
          <a:noFill/>
          <a:ln>
            <a:noFill/>
          </a:ln>
        </p:spPr>
      </p:pic>
      <p:pic>
        <p:nvPicPr>
          <p:cNvPr id="2168" name="Google Shape;2168;p108"/>
          <p:cNvPicPr preferRelativeResize="0"/>
          <p:nvPr/>
        </p:nvPicPr>
        <p:blipFill rotWithShape="1">
          <a:blip r:embed="rId4">
            <a:alphaModFix/>
          </a:blip>
          <a:srcRect b="0" l="0" r="0" t="0"/>
          <a:stretch/>
        </p:blipFill>
        <p:spPr>
          <a:xfrm>
            <a:off x="8419900" y="703675"/>
            <a:ext cx="387000" cy="366679"/>
          </a:xfrm>
          <a:prstGeom prst="rect">
            <a:avLst/>
          </a:prstGeom>
          <a:noFill/>
          <a:ln>
            <a:noFill/>
          </a:ln>
        </p:spPr>
      </p:pic>
      <p:pic>
        <p:nvPicPr>
          <p:cNvPr id="2169" name="Google Shape;2169;p108"/>
          <p:cNvPicPr preferRelativeResize="0"/>
          <p:nvPr/>
        </p:nvPicPr>
        <p:blipFill rotWithShape="1">
          <a:blip r:embed="rId4">
            <a:alphaModFix/>
          </a:blip>
          <a:srcRect b="0" l="0" r="0" t="0"/>
          <a:stretch/>
        </p:blipFill>
        <p:spPr>
          <a:xfrm>
            <a:off x="8828799" y="377101"/>
            <a:ext cx="258043" cy="244500"/>
          </a:xfrm>
          <a:prstGeom prst="rect">
            <a:avLst/>
          </a:prstGeom>
          <a:noFill/>
          <a:ln>
            <a:noFill/>
          </a:ln>
        </p:spPr>
      </p:pic>
      <p:sp>
        <p:nvSpPr>
          <p:cNvPr id="2170" name="Google Shape;2170;p108"/>
          <p:cNvSpPr/>
          <p:nvPr/>
        </p:nvSpPr>
        <p:spPr>
          <a:xfrm flipH="1" rot="3338580">
            <a:off x="2361145" y="717833"/>
            <a:ext cx="607604" cy="211522"/>
          </a:xfrm>
          <a:prstGeom prst="rightArrow">
            <a:avLst>
              <a:gd fmla="val 50000" name="adj1"/>
              <a:gd fmla="val 50000" name="adj2"/>
            </a:avLst>
          </a:prstGeom>
          <a:solidFill>
            <a:srgbClr val="00C3B1"/>
          </a:solidFill>
          <a:ln cap="flat" cmpd="sng" w="38100">
            <a:solidFill>
              <a:srgbClr val="00C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solidFill>
                  <a:schemeClr val="accent4"/>
                </a:solidFill>
                <a:latin typeface="Open Sans"/>
                <a:ea typeface="Open Sans"/>
                <a:cs typeface="Open Sans"/>
                <a:sym typeface="Open Sans"/>
              </a:rPr>
              <a:t>Caffeine</a:t>
            </a:r>
            <a:endParaRPr b="1" sz="700">
              <a:solidFill>
                <a:schemeClr val="accent4"/>
              </a:solidFill>
              <a:latin typeface="Open Sans"/>
              <a:ea typeface="Open Sans"/>
              <a:cs typeface="Open Sans"/>
              <a:sym typeface="Open Sans"/>
            </a:endParaRPr>
          </a:p>
        </p:txBody>
      </p:sp>
      <p:sp>
        <p:nvSpPr>
          <p:cNvPr id="2171" name="Google Shape;2171;p108"/>
          <p:cNvSpPr/>
          <p:nvPr/>
        </p:nvSpPr>
        <p:spPr>
          <a:xfrm rot="1849231">
            <a:off x="1887033" y="3927431"/>
            <a:ext cx="699716" cy="326397"/>
          </a:xfrm>
          <a:prstGeom prst="leftArrow">
            <a:avLst>
              <a:gd fmla="val 50000" name="adj1"/>
              <a:gd fmla="val 50000" name="adj2"/>
            </a:avLst>
          </a:prstGeom>
          <a:solidFill>
            <a:srgbClr val="00C3B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6"/>
                </a:solidFill>
                <a:latin typeface="Open Sans"/>
                <a:ea typeface="Open Sans"/>
                <a:cs typeface="Open Sans"/>
                <a:sym typeface="Open Sans"/>
              </a:rPr>
              <a:t>Context</a:t>
            </a:r>
            <a:endParaRPr b="1" sz="700">
              <a:solidFill>
                <a:schemeClr val="accent6"/>
              </a:solidFill>
              <a:latin typeface="Open Sans"/>
              <a:ea typeface="Open Sans"/>
              <a:cs typeface="Open Sans"/>
              <a:sym typeface="Open Sans"/>
            </a:endParaRPr>
          </a:p>
        </p:txBody>
      </p:sp>
      <p:sp>
        <p:nvSpPr>
          <p:cNvPr id="2172" name="Google Shape;2172;p108"/>
          <p:cNvSpPr/>
          <p:nvPr/>
        </p:nvSpPr>
        <p:spPr>
          <a:xfrm flipH="1" rot="1310580">
            <a:off x="5412922" y="701555"/>
            <a:ext cx="920808" cy="315311"/>
          </a:xfrm>
          <a:prstGeom prst="leftArrow">
            <a:avLst>
              <a:gd fmla="val 50000" name="adj1"/>
              <a:gd fmla="val 50000" name="adj2"/>
            </a:avLst>
          </a:prstGeom>
          <a:solidFill>
            <a:srgbClr val="00C3B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6"/>
                </a:solidFill>
                <a:latin typeface="Open Sans"/>
                <a:ea typeface="Open Sans"/>
                <a:cs typeface="Open Sans"/>
                <a:sym typeface="Open Sans"/>
              </a:rPr>
              <a:t>Color scheme</a:t>
            </a:r>
            <a:endParaRPr b="1" sz="700">
              <a:solidFill>
                <a:schemeClr val="accent6"/>
              </a:solidFill>
              <a:latin typeface="Open Sans"/>
              <a:ea typeface="Open Sans"/>
              <a:cs typeface="Open Sans"/>
              <a:sym typeface="Open Sans"/>
            </a:endParaRPr>
          </a:p>
        </p:txBody>
      </p:sp>
      <p:sp>
        <p:nvSpPr>
          <p:cNvPr id="2173" name="Google Shape;2173;p108"/>
          <p:cNvSpPr/>
          <p:nvPr/>
        </p:nvSpPr>
        <p:spPr>
          <a:xfrm flipH="1" rot="1310580">
            <a:off x="5211397" y="1157105"/>
            <a:ext cx="920808" cy="315311"/>
          </a:xfrm>
          <a:prstGeom prst="leftArrow">
            <a:avLst>
              <a:gd fmla="val 50000" name="adj1"/>
              <a:gd fmla="val 50000" name="adj2"/>
            </a:avLst>
          </a:prstGeom>
          <a:solidFill>
            <a:srgbClr val="00C3B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6"/>
                </a:solidFill>
                <a:latin typeface="Open Sans"/>
                <a:ea typeface="Open Sans"/>
                <a:cs typeface="Open Sans"/>
                <a:sym typeface="Open Sans"/>
              </a:rPr>
              <a:t>Color scale</a:t>
            </a:r>
            <a:endParaRPr b="1" sz="700">
              <a:solidFill>
                <a:schemeClr val="accent6"/>
              </a:solidFill>
              <a:latin typeface="Open Sans"/>
              <a:ea typeface="Open Sans"/>
              <a:cs typeface="Open Sans"/>
              <a:sym typeface="Open Sans"/>
            </a:endParaRPr>
          </a:p>
        </p:txBody>
      </p:sp>
      <p:sp>
        <p:nvSpPr>
          <p:cNvPr id="2174" name="Google Shape;2174;p108"/>
          <p:cNvSpPr/>
          <p:nvPr/>
        </p:nvSpPr>
        <p:spPr>
          <a:xfrm flipH="1" rot="-994140">
            <a:off x="1204136" y="1638797"/>
            <a:ext cx="821616" cy="218212"/>
          </a:xfrm>
          <a:prstGeom prst="rightArrow">
            <a:avLst>
              <a:gd fmla="val 50000" name="adj1"/>
              <a:gd fmla="val 50000" name="adj2"/>
            </a:avLst>
          </a:prstGeom>
          <a:solidFill>
            <a:srgbClr val="00C3B1"/>
          </a:solidFill>
          <a:ln cap="flat" cmpd="sng" w="38100">
            <a:solidFill>
              <a:srgbClr val="00C3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4"/>
                </a:solidFill>
                <a:latin typeface="Open Sans"/>
                <a:ea typeface="Open Sans"/>
                <a:cs typeface="Open Sans"/>
                <a:sym typeface="Open Sans"/>
              </a:rPr>
              <a:t>Auto update</a:t>
            </a:r>
            <a:r>
              <a:rPr b="1" lang="en" sz="700">
                <a:solidFill>
                  <a:schemeClr val="accent4"/>
                </a:solidFill>
                <a:latin typeface="Open Sans"/>
                <a:ea typeface="Open Sans"/>
                <a:cs typeface="Open Sans"/>
                <a:sym typeface="Open Sans"/>
              </a:rPr>
              <a:t> </a:t>
            </a:r>
            <a:endParaRPr b="1" sz="700">
              <a:solidFill>
                <a:schemeClr val="accent4"/>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109"/>
          <p:cNvSpPr txBox="1"/>
          <p:nvPr>
            <p:ph type="title"/>
          </p:nvPr>
        </p:nvSpPr>
        <p:spPr>
          <a:xfrm>
            <a:off x="720000" y="1968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Final result</a:t>
            </a:r>
            <a:endParaRPr/>
          </a:p>
        </p:txBody>
      </p:sp>
      <p:pic>
        <p:nvPicPr>
          <p:cNvPr id="2180" name="Google Shape;2180;p109"/>
          <p:cNvPicPr preferRelativeResize="0"/>
          <p:nvPr/>
        </p:nvPicPr>
        <p:blipFill>
          <a:blip r:embed="rId3">
            <a:alphaModFix/>
          </a:blip>
          <a:stretch>
            <a:fillRect/>
          </a:stretch>
        </p:blipFill>
        <p:spPr>
          <a:xfrm>
            <a:off x="1329425" y="1017725"/>
            <a:ext cx="6751816" cy="3820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4" name="Shape 2184"/>
        <p:cNvGrpSpPr/>
        <p:nvPr/>
      </p:nvGrpSpPr>
      <p:grpSpPr>
        <a:xfrm>
          <a:off x="0" y="0"/>
          <a:ext cx="0" cy="0"/>
          <a:chOff x="0" y="0"/>
          <a:chExt cx="0" cy="0"/>
        </a:xfrm>
      </p:grpSpPr>
      <p:sp>
        <p:nvSpPr>
          <p:cNvPr id="2185" name="Google Shape;2185;p110"/>
          <p:cNvSpPr txBox="1"/>
          <p:nvPr>
            <p:ph idx="1" type="subTitle"/>
          </p:nvPr>
        </p:nvSpPr>
        <p:spPr>
          <a:xfrm>
            <a:off x="1966663" y="1718950"/>
            <a:ext cx="2280600" cy="38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D3.js</a:t>
            </a:r>
            <a:endParaRPr/>
          </a:p>
        </p:txBody>
      </p:sp>
      <p:sp>
        <p:nvSpPr>
          <p:cNvPr id="2186" name="Google Shape;2186;p110"/>
          <p:cNvSpPr txBox="1"/>
          <p:nvPr>
            <p:ph idx="6" type="subTitle"/>
          </p:nvPr>
        </p:nvSpPr>
        <p:spPr>
          <a:xfrm>
            <a:off x="1966713" y="3328750"/>
            <a:ext cx="2280600" cy="38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JavaScript</a:t>
            </a:r>
            <a:endParaRPr/>
          </a:p>
        </p:txBody>
      </p:sp>
      <p:sp>
        <p:nvSpPr>
          <p:cNvPr id="2187" name="Google Shape;2187;p110"/>
          <p:cNvSpPr txBox="1"/>
          <p:nvPr>
            <p:ph idx="7" type="subTitle"/>
          </p:nvPr>
        </p:nvSpPr>
        <p:spPr>
          <a:xfrm>
            <a:off x="5482613" y="1718950"/>
            <a:ext cx="2280600" cy="38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HTML/CSS</a:t>
            </a:r>
            <a:endParaRPr/>
          </a:p>
        </p:txBody>
      </p:sp>
      <p:sp>
        <p:nvSpPr>
          <p:cNvPr id="2188" name="Google Shape;2188;p110"/>
          <p:cNvSpPr txBox="1"/>
          <p:nvPr>
            <p:ph idx="8" type="subTitle"/>
          </p:nvPr>
        </p:nvSpPr>
        <p:spPr>
          <a:xfrm>
            <a:off x="5482609" y="3328750"/>
            <a:ext cx="2280600" cy="383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GitHub Pages</a:t>
            </a:r>
            <a:endParaRPr/>
          </a:p>
        </p:txBody>
      </p:sp>
      <p:sp>
        <p:nvSpPr>
          <p:cNvPr id="2189" name="Google Shape;2189;p110"/>
          <p:cNvSpPr txBox="1"/>
          <p:nvPr>
            <p:ph idx="2" type="subTitle"/>
          </p:nvPr>
        </p:nvSpPr>
        <p:spPr>
          <a:xfrm>
            <a:off x="1966713" y="2005900"/>
            <a:ext cx="2280600" cy="77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Core visualization library for interactive charts, animations, and data bindings</a:t>
            </a:r>
            <a:endParaRPr/>
          </a:p>
        </p:txBody>
      </p:sp>
      <p:sp>
        <p:nvSpPr>
          <p:cNvPr id="2190" name="Google Shape;2190;p110"/>
          <p:cNvSpPr txBox="1"/>
          <p:nvPr>
            <p:ph idx="3" type="subTitle"/>
          </p:nvPr>
        </p:nvSpPr>
        <p:spPr>
          <a:xfrm>
            <a:off x="5482609" y="2005900"/>
            <a:ext cx="2280600" cy="77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Responsive layout with CSS Grid and custom styling for the body silhouette</a:t>
            </a:r>
            <a:endParaRPr/>
          </a:p>
        </p:txBody>
      </p:sp>
      <p:sp>
        <p:nvSpPr>
          <p:cNvPr id="2191" name="Google Shape;2191;p110"/>
          <p:cNvSpPr txBox="1"/>
          <p:nvPr>
            <p:ph idx="4" type="subTitle"/>
          </p:nvPr>
        </p:nvSpPr>
        <p:spPr>
          <a:xfrm>
            <a:off x="1966713" y="3615650"/>
            <a:ext cx="2280600" cy="77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Event handling, DOM manipulation, and real-time updates for user interactions</a:t>
            </a:r>
            <a:endParaRPr/>
          </a:p>
        </p:txBody>
      </p:sp>
      <p:sp>
        <p:nvSpPr>
          <p:cNvPr id="2192" name="Google Shape;2192;p110"/>
          <p:cNvSpPr txBox="1"/>
          <p:nvPr>
            <p:ph idx="5" type="subTitle"/>
          </p:nvPr>
        </p:nvSpPr>
        <p:spPr>
          <a:xfrm>
            <a:off x="5482609" y="3615650"/>
            <a:ext cx="2280600" cy="77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Free hosting platform for deploying our interactive visualization website</a:t>
            </a:r>
            <a:endParaRPr/>
          </a:p>
        </p:txBody>
      </p:sp>
      <p:grpSp>
        <p:nvGrpSpPr>
          <p:cNvPr id="2193" name="Google Shape;2193;p110"/>
          <p:cNvGrpSpPr/>
          <p:nvPr/>
        </p:nvGrpSpPr>
        <p:grpSpPr>
          <a:xfrm>
            <a:off x="1380795" y="2013894"/>
            <a:ext cx="433468" cy="421701"/>
            <a:chOff x="2785975" y="3648425"/>
            <a:chExt cx="275375" cy="267900"/>
          </a:xfrm>
        </p:grpSpPr>
        <p:sp>
          <p:nvSpPr>
            <p:cNvPr id="2194" name="Google Shape;2194;p110"/>
            <p:cNvSpPr/>
            <p:nvPr/>
          </p:nvSpPr>
          <p:spPr>
            <a:xfrm>
              <a:off x="2967250" y="3648425"/>
              <a:ext cx="67900" cy="68500"/>
            </a:xfrm>
            <a:custGeom>
              <a:rect b="b" l="l" r="r" t="t"/>
              <a:pathLst>
                <a:path extrusionOk="0" h="2740" w="2716">
                  <a:moveTo>
                    <a:pt x="1358" y="0"/>
                  </a:moveTo>
                  <a:cubicBezTo>
                    <a:pt x="596" y="0"/>
                    <a:pt x="1" y="620"/>
                    <a:pt x="1" y="1358"/>
                  </a:cubicBezTo>
                  <a:cubicBezTo>
                    <a:pt x="1" y="2120"/>
                    <a:pt x="596" y="2739"/>
                    <a:pt x="1358" y="2739"/>
                  </a:cubicBezTo>
                  <a:cubicBezTo>
                    <a:pt x="2096" y="2739"/>
                    <a:pt x="2715" y="2120"/>
                    <a:pt x="2715" y="1358"/>
                  </a:cubicBezTo>
                  <a:cubicBezTo>
                    <a:pt x="2715" y="620"/>
                    <a:pt x="2096" y="0"/>
                    <a:pt x="135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110"/>
            <p:cNvSpPr/>
            <p:nvPr/>
          </p:nvSpPr>
          <p:spPr>
            <a:xfrm>
              <a:off x="2785975" y="3830000"/>
              <a:ext cx="93775" cy="86325"/>
            </a:xfrm>
            <a:custGeom>
              <a:rect b="b" l="l" r="r" t="t"/>
              <a:pathLst>
                <a:path extrusionOk="0" h="3453" w="3751">
                  <a:moveTo>
                    <a:pt x="2655" y="1"/>
                  </a:moveTo>
                  <a:lnTo>
                    <a:pt x="536" y="2120"/>
                  </a:lnTo>
                  <a:cubicBezTo>
                    <a:pt x="0" y="2693"/>
                    <a:pt x="511" y="3452"/>
                    <a:pt x="1112" y="3452"/>
                  </a:cubicBezTo>
                  <a:cubicBezTo>
                    <a:pt x="1285" y="3452"/>
                    <a:pt x="1466" y="3389"/>
                    <a:pt x="1631" y="3240"/>
                  </a:cubicBezTo>
                  <a:lnTo>
                    <a:pt x="3751" y="1120"/>
                  </a:lnTo>
                  <a:cubicBezTo>
                    <a:pt x="3298" y="834"/>
                    <a:pt x="2917" y="453"/>
                    <a:pt x="26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110"/>
            <p:cNvSpPr/>
            <p:nvPr/>
          </p:nvSpPr>
          <p:spPr>
            <a:xfrm>
              <a:off x="2961300" y="3720450"/>
              <a:ext cx="100050" cy="69700"/>
            </a:xfrm>
            <a:custGeom>
              <a:rect b="b" l="l" r="r" t="t"/>
              <a:pathLst>
                <a:path extrusionOk="0" h="2788" w="4002">
                  <a:moveTo>
                    <a:pt x="310" y="1"/>
                  </a:moveTo>
                  <a:cubicBezTo>
                    <a:pt x="191" y="72"/>
                    <a:pt x="96" y="168"/>
                    <a:pt x="0" y="239"/>
                  </a:cubicBezTo>
                  <a:cubicBezTo>
                    <a:pt x="858" y="811"/>
                    <a:pt x="1358" y="1763"/>
                    <a:pt x="1382" y="2787"/>
                  </a:cubicBezTo>
                  <a:lnTo>
                    <a:pt x="3692" y="2787"/>
                  </a:lnTo>
                  <a:cubicBezTo>
                    <a:pt x="3858" y="2787"/>
                    <a:pt x="4001" y="2644"/>
                    <a:pt x="4001" y="2454"/>
                  </a:cubicBezTo>
                  <a:lnTo>
                    <a:pt x="4001" y="2049"/>
                  </a:lnTo>
                  <a:cubicBezTo>
                    <a:pt x="4001" y="1215"/>
                    <a:pt x="3573" y="453"/>
                    <a:pt x="2882" y="1"/>
                  </a:cubicBezTo>
                  <a:cubicBezTo>
                    <a:pt x="2513" y="311"/>
                    <a:pt x="2054" y="465"/>
                    <a:pt x="1596" y="465"/>
                  </a:cubicBezTo>
                  <a:cubicBezTo>
                    <a:pt x="1138" y="465"/>
                    <a:pt x="679" y="311"/>
                    <a:pt x="3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p110"/>
            <p:cNvSpPr/>
            <p:nvPr/>
          </p:nvSpPr>
          <p:spPr>
            <a:xfrm>
              <a:off x="2857100" y="3729400"/>
              <a:ext cx="123275" cy="123250"/>
            </a:xfrm>
            <a:custGeom>
              <a:rect b="b" l="l" r="r" t="t"/>
              <a:pathLst>
                <a:path extrusionOk="0" h="4930" w="4931">
                  <a:moveTo>
                    <a:pt x="2478" y="0"/>
                  </a:moveTo>
                  <a:cubicBezTo>
                    <a:pt x="1120" y="0"/>
                    <a:pt x="1" y="1119"/>
                    <a:pt x="1" y="2477"/>
                  </a:cubicBezTo>
                  <a:cubicBezTo>
                    <a:pt x="1" y="3834"/>
                    <a:pt x="1120" y="4930"/>
                    <a:pt x="2478" y="4930"/>
                  </a:cubicBezTo>
                  <a:cubicBezTo>
                    <a:pt x="3835" y="4930"/>
                    <a:pt x="4931" y="3834"/>
                    <a:pt x="4931" y="2477"/>
                  </a:cubicBezTo>
                  <a:cubicBezTo>
                    <a:pt x="4931" y="1119"/>
                    <a:pt x="3835" y="0"/>
                    <a:pt x="247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8" name="Google Shape;2198;p110"/>
          <p:cNvGrpSpPr/>
          <p:nvPr/>
        </p:nvGrpSpPr>
        <p:grpSpPr>
          <a:xfrm>
            <a:off x="1380784" y="3651806"/>
            <a:ext cx="433489" cy="383653"/>
            <a:chOff x="7791618" y="3462835"/>
            <a:chExt cx="349166" cy="309024"/>
          </a:xfrm>
        </p:grpSpPr>
        <p:sp>
          <p:nvSpPr>
            <p:cNvPr id="2199" name="Google Shape;2199;p110"/>
            <p:cNvSpPr/>
            <p:nvPr/>
          </p:nvSpPr>
          <p:spPr>
            <a:xfrm>
              <a:off x="7791618" y="3462835"/>
              <a:ext cx="144351" cy="143778"/>
            </a:xfrm>
            <a:custGeom>
              <a:rect b="b" l="l" r="r" t="t"/>
              <a:pathLst>
                <a:path extrusionOk="0" h="4407" w="4431">
                  <a:moveTo>
                    <a:pt x="2215" y="0"/>
                  </a:moveTo>
                  <a:cubicBezTo>
                    <a:pt x="1001" y="0"/>
                    <a:pt x="1" y="977"/>
                    <a:pt x="1" y="2191"/>
                  </a:cubicBezTo>
                  <a:lnTo>
                    <a:pt x="1" y="4406"/>
                  </a:lnTo>
                  <a:lnTo>
                    <a:pt x="4406" y="4406"/>
                  </a:lnTo>
                  <a:lnTo>
                    <a:pt x="4406" y="2215"/>
                  </a:lnTo>
                  <a:cubicBezTo>
                    <a:pt x="4430" y="1001"/>
                    <a:pt x="3454" y="0"/>
                    <a:pt x="22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110"/>
            <p:cNvSpPr/>
            <p:nvPr/>
          </p:nvSpPr>
          <p:spPr>
            <a:xfrm>
              <a:off x="7791618" y="3626776"/>
              <a:ext cx="143569" cy="143778"/>
            </a:xfrm>
            <a:custGeom>
              <a:rect b="b" l="l" r="r" t="t"/>
              <a:pathLst>
                <a:path extrusionOk="0" h="4407" w="4407">
                  <a:moveTo>
                    <a:pt x="1" y="0"/>
                  </a:moveTo>
                  <a:lnTo>
                    <a:pt x="1" y="2191"/>
                  </a:lnTo>
                  <a:cubicBezTo>
                    <a:pt x="1" y="3406"/>
                    <a:pt x="977" y="4406"/>
                    <a:pt x="2192" y="4406"/>
                  </a:cubicBezTo>
                  <a:cubicBezTo>
                    <a:pt x="2206" y="4406"/>
                    <a:pt x="2220" y="4406"/>
                    <a:pt x="2234" y="4406"/>
                  </a:cubicBezTo>
                  <a:cubicBezTo>
                    <a:pt x="3429" y="4406"/>
                    <a:pt x="4406" y="3415"/>
                    <a:pt x="4406" y="2215"/>
                  </a:cubicBezTo>
                  <a:lnTo>
                    <a:pt x="440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1" name="Google Shape;2201;p110"/>
            <p:cNvSpPr/>
            <p:nvPr/>
          </p:nvSpPr>
          <p:spPr>
            <a:xfrm>
              <a:off x="7956884" y="3524007"/>
              <a:ext cx="183900" cy="113665"/>
            </a:xfrm>
            <a:custGeom>
              <a:rect b="b" l="l" r="r" t="t"/>
              <a:pathLst>
                <a:path extrusionOk="0" h="3484" w="5645">
                  <a:moveTo>
                    <a:pt x="1862" y="1"/>
                  </a:moveTo>
                  <a:cubicBezTo>
                    <a:pt x="1237" y="1"/>
                    <a:pt x="598" y="160"/>
                    <a:pt x="0" y="507"/>
                  </a:cubicBezTo>
                  <a:lnTo>
                    <a:pt x="0" y="3484"/>
                  </a:lnTo>
                  <a:lnTo>
                    <a:pt x="5644" y="3484"/>
                  </a:lnTo>
                  <a:cubicBezTo>
                    <a:pt x="5466" y="1415"/>
                    <a:pt x="3725" y="1"/>
                    <a:pt x="18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110"/>
            <p:cNvSpPr/>
            <p:nvPr/>
          </p:nvSpPr>
          <p:spPr>
            <a:xfrm>
              <a:off x="7942908" y="3657835"/>
              <a:ext cx="197876" cy="114024"/>
            </a:xfrm>
            <a:custGeom>
              <a:rect b="b" l="l" r="r" t="t"/>
              <a:pathLst>
                <a:path extrusionOk="0" h="3495" w="6074">
                  <a:moveTo>
                    <a:pt x="405" y="1"/>
                  </a:moveTo>
                  <a:lnTo>
                    <a:pt x="405" y="1287"/>
                  </a:lnTo>
                  <a:cubicBezTo>
                    <a:pt x="405" y="1787"/>
                    <a:pt x="262" y="2287"/>
                    <a:pt x="0" y="2716"/>
                  </a:cubicBezTo>
                  <a:cubicBezTo>
                    <a:pt x="705" y="3251"/>
                    <a:pt x="1503" y="3495"/>
                    <a:pt x="2284" y="3495"/>
                  </a:cubicBezTo>
                  <a:cubicBezTo>
                    <a:pt x="4144" y="3495"/>
                    <a:pt x="5905" y="2114"/>
                    <a:pt x="607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3" name="Google Shape;2203;p110"/>
          <p:cNvSpPr/>
          <p:nvPr/>
        </p:nvSpPr>
        <p:spPr>
          <a:xfrm>
            <a:off x="4896737" y="2025875"/>
            <a:ext cx="433480" cy="397749"/>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04" name="Google Shape;2204;p110"/>
          <p:cNvGrpSpPr/>
          <p:nvPr/>
        </p:nvGrpSpPr>
        <p:grpSpPr>
          <a:xfrm>
            <a:off x="4896731" y="3628052"/>
            <a:ext cx="433486" cy="431137"/>
            <a:chOff x="1535000" y="3223325"/>
            <a:chExt cx="484450" cy="481825"/>
          </a:xfrm>
        </p:grpSpPr>
        <p:sp>
          <p:nvSpPr>
            <p:cNvPr id="2205" name="Google Shape;2205;p110"/>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206" name="Google Shape;2206;p110"/>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207" name="Google Shape;2207;p110"/>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pic>
        <p:nvPicPr>
          <p:cNvPr id="2208" name="Google Shape;2208;p110"/>
          <p:cNvPicPr preferRelativeResize="0"/>
          <p:nvPr/>
        </p:nvPicPr>
        <p:blipFill rotWithShape="1">
          <a:blip r:embed="rId3">
            <a:alphaModFix/>
          </a:blip>
          <a:srcRect b="0" l="0" r="0" t="0"/>
          <a:stretch/>
        </p:blipFill>
        <p:spPr>
          <a:xfrm flipH="1" rot="10800000">
            <a:off x="4300134" y="1550972"/>
            <a:ext cx="374127" cy="354503"/>
          </a:xfrm>
          <a:prstGeom prst="rect">
            <a:avLst/>
          </a:prstGeom>
          <a:noFill/>
          <a:ln>
            <a:noFill/>
          </a:ln>
        </p:spPr>
      </p:pic>
      <p:sp>
        <p:nvSpPr>
          <p:cNvPr id="2209" name="Google Shape;2209;p110"/>
          <p:cNvSpPr/>
          <p:nvPr/>
        </p:nvSpPr>
        <p:spPr>
          <a:xfrm>
            <a:off x="2478025" y="393200"/>
            <a:ext cx="3757500" cy="4311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Georgia"/>
                <a:ea typeface="Georgia"/>
                <a:cs typeface="Georgia"/>
                <a:sym typeface="Georgia"/>
              </a:rPr>
              <a:t>Tools Used</a:t>
            </a:r>
            <a:endParaRPr b="0" i="0" sz="2800" u="none" cap="none" strike="noStrike">
              <a:solidFill>
                <a:schemeClr val="dk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accent2"/>
            </a:gs>
          </a:gsLst>
          <a:lin ang="2698631" scaled="0"/>
        </a:gradFill>
      </p:bgPr>
    </p:bg>
    <p:spTree>
      <p:nvGrpSpPr>
        <p:cNvPr id="2213" name="Shape 2213"/>
        <p:cNvGrpSpPr/>
        <p:nvPr/>
      </p:nvGrpSpPr>
      <p:grpSpPr>
        <a:xfrm>
          <a:off x="0" y="0"/>
          <a:ext cx="0" cy="0"/>
          <a:chOff x="0" y="0"/>
          <a:chExt cx="0" cy="0"/>
        </a:xfrm>
      </p:grpSpPr>
      <p:pic>
        <p:nvPicPr>
          <p:cNvPr id="2214" name="Google Shape;2214;p111"/>
          <p:cNvPicPr preferRelativeResize="0"/>
          <p:nvPr>
            <p:ph idx="2" type="pic"/>
          </p:nvPr>
        </p:nvPicPr>
        <p:blipFill rotWithShape="1">
          <a:blip r:embed="rId3">
            <a:alphaModFix/>
          </a:blip>
          <a:srcRect b="5428" l="22300" r="294" t="29246"/>
          <a:stretch/>
        </p:blipFill>
        <p:spPr>
          <a:xfrm>
            <a:off x="0" y="0"/>
            <a:ext cx="9144000" cy="5143500"/>
          </a:xfrm>
          <a:prstGeom prst="rect">
            <a:avLst/>
          </a:prstGeom>
          <a:noFill/>
          <a:ln>
            <a:noFill/>
          </a:ln>
        </p:spPr>
      </p:pic>
      <p:pic>
        <p:nvPicPr>
          <p:cNvPr id="2215" name="Google Shape;2215;p111"/>
          <p:cNvPicPr preferRelativeResize="0"/>
          <p:nvPr/>
        </p:nvPicPr>
        <p:blipFill rotWithShape="1">
          <a:blip r:embed="rId4">
            <a:alphaModFix/>
          </a:blip>
          <a:srcRect b="0" l="0" r="0" t="0"/>
          <a:stretch/>
        </p:blipFill>
        <p:spPr>
          <a:xfrm flipH="1">
            <a:off x="3677380" y="1724236"/>
            <a:ext cx="809724" cy="834132"/>
          </a:xfrm>
          <a:prstGeom prst="rect">
            <a:avLst/>
          </a:prstGeom>
          <a:noFill/>
          <a:ln>
            <a:noFill/>
          </a:ln>
        </p:spPr>
      </p:pic>
      <p:pic>
        <p:nvPicPr>
          <p:cNvPr id="2216" name="Google Shape;2216;p111"/>
          <p:cNvPicPr preferRelativeResize="0"/>
          <p:nvPr/>
        </p:nvPicPr>
        <p:blipFill rotWithShape="1">
          <a:blip r:embed="rId5">
            <a:alphaModFix/>
          </a:blip>
          <a:srcRect b="0" l="0" r="0" t="0"/>
          <a:stretch/>
        </p:blipFill>
        <p:spPr>
          <a:xfrm flipH="1">
            <a:off x="4162440" y="4867270"/>
            <a:ext cx="819118" cy="638750"/>
          </a:xfrm>
          <a:prstGeom prst="rect">
            <a:avLst/>
          </a:prstGeom>
          <a:noFill/>
          <a:ln>
            <a:noFill/>
          </a:ln>
        </p:spPr>
      </p:pic>
      <p:pic>
        <p:nvPicPr>
          <p:cNvPr id="2217" name="Google Shape;2217;p111"/>
          <p:cNvPicPr preferRelativeResize="0"/>
          <p:nvPr/>
        </p:nvPicPr>
        <p:blipFill rotWithShape="1">
          <a:blip r:embed="rId6">
            <a:alphaModFix/>
          </a:blip>
          <a:srcRect b="0" l="0" r="0" t="0"/>
          <a:stretch/>
        </p:blipFill>
        <p:spPr>
          <a:xfrm flipH="1">
            <a:off x="4825392" y="2626783"/>
            <a:ext cx="537311" cy="509121"/>
          </a:xfrm>
          <a:prstGeom prst="rect">
            <a:avLst/>
          </a:prstGeom>
          <a:noFill/>
          <a:ln>
            <a:noFill/>
          </a:ln>
        </p:spPr>
      </p:pic>
      <p:pic>
        <p:nvPicPr>
          <p:cNvPr id="2218" name="Google Shape;2218;p111"/>
          <p:cNvPicPr preferRelativeResize="0"/>
          <p:nvPr/>
        </p:nvPicPr>
        <p:blipFill rotWithShape="1">
          <a:blip r:embed="rId7">
            <a:alphaModFix/>
          </a:blip>
          <a:srcRect b="0" l="0" r="0" t="0"/>
          <a:stretch/>
        </p:blipFill>
        <p:spPr>
          <a:xfrm flipH="1">
            <a:off x="7889617" y="3654333"/>
            <a:ext cx="638761" cy="435853"/>
          </a:xfrm>
          <a:prstGeom prst="rect">
            <a:avLst/>
          </a:prstGeom>
          <a:noFill/>
          <a:ln>
            <a:noFill/>
          </a:ln>
        </p:spPr>
      </p:pic>
      <p:pic>
        <p:nvPicPr>
          <p:cNvPr id="2219" name="Google Shape;2219;p111"/>
          <p:cNvPicPr preferRelativeResize="0"/>
          <p:nvPr/>
        </p:nvPicPr>
        <p:blipFill rotWithShape="1">
          <a:blip r:embed="rId7">
            <a:alphaModFix/>
          </a:blip>
          <a:srcRect b="0" l="0" r="0" t="0"/>
          <a:stretch/>
        </p:blipFill>
        <p:spPr>
          <a:xfrm flipH="1">
            <a:off x="7805067" y="479733"/>
            <a:ext cx="638761" cy="435853"/>
          </a:xfrm>
          <a:prstGeom prst="rect">
            <a:avLst/>
          </a:prstGeom>
          <a:noFill/>
          <a:ln>
            <a:noFill/>
          </a:ln>
        </p:spPr>
      </p:pic>
      <p:sp>
        <p:nvSpPr>
          <p:cNvPr id="2220" name="Google Shape;2220;p111"/>
          <p:cNvSpPr/>
          <p:nvPr/>
        </p:nvSpPr>
        <p:spPr>
          <a:xfrm>
            <a:off x="2824200" y="161700"/>
            <a:ext cx="3495600" cy="4359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3500"/>
              <a:buFont typeface="Arial"/>
              <a:buNone/>
            </a:pPr>
            <a:r>
              <a:rPr lang="en" sz="3400">
                <a:solidFill>
                  <a:schemeClr val="dk1"/>
                </a:solidFill>
                <a:latin typeface="Georgia"/>
                <a:ea typeface="Georgia"/>
                <a:cs typeface="Georgia"/>
                <a:sym typeface="Georgia"/>
              </a:rPr>
              <a:t>Live Demo</a:t>
            </a:r>
            <a:endParaRPr sz="3400">
              <a:solidFill>
                <a:schemeClr val="dk1"/>
              </a:solidFill>
              <a:latin typeface="Georgia"/>
              <a:ea typeface="Georgia"/>
              <a:cs typeface="Georgia"/>
              <a:sym typeface="Georgia"/>
            </a:endParaRPr>
          </a:p>
        </p:txBody>
      </p:sp>
      <p:sp>
        <p:nvSpPr>
          <p:cNvPr id="2221" name="Google Shape;2221;p111"/>
          <p:cNvSpPr txBox="1"/>
          <p:nvPr>
            <p:ph type="title"/>
          </p:nvPr>
        </p:nvSpPr>
        <p:spPr>
          <a:xfrm>
            <a:off x="2951100" y="4220750"/>
            <a:ext cx="3241800" cy="43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1000">
                <a:latin typeface="Georgia"/>
                <a:ea typeface="Georgia"/>
                <a:cs typeface="Georgia"/>
                <a:sym typeface="Georgia"/>
              </a:rPr>
              <a:t>Links:  </a:t>
            </a:r>
            <a:r>
              <a:rPr lang="en" sz="1200">
                <a:latin typeface="Taviraj Medium"/>
                <a:ea typeface="Taviraj Medium"/>
                <a:cs typeface="Taviraj Medium"/>
                <a:sym typeface="Taviraj Medium"/>
              </a:rPr>
              <a:t> </a:t>
            </a:r>
            <a:r>
              <a:rPr b="1" lang="en" sz="1000" u="sng">
                <a:solidFill>
                  <a:schemeClr val="hlink"/>
                </a:solidFill>
                <a:latin typeface="Georgia"/>
                <a:ea typeface="Georgia"/>
                <a:cs typeface="Georgia"/>
                <a:sym typeface="Georgia"/>
                <a:hlinkClick r:id="rId8"/>
              </a:rPr>
              <a:t>Final Demo</a:t>
            </a:r>
            <a:r>
              <a:rPr lang="en" sz="1200">
                <a:latin typeface="Taviraj Medium"/>
                <a:ea typeface="Taviraj Medium"/>
                <a:cs typeface="Taviraj Medium"/>
                <a:sym typeface="Taviraj Medium"/>
              </a:rPr>
              <a:t>| </a:t>
            </a:r>
            <a:r>
              <a:rPr b="1" lang="en" sz="1000" u="sng">
                <a:latin typeface="Georgia"/>
                <a:ea typeface="Georgia"/>
                <a:cs typeface="Georgia"/>
                <a:sym typeface="Georgia"/>
                <a:hlinkClick r:id="rId9"/>
              </a:rPr>
              <a:t>Final Visualization Site</a:t>
            </a:r>
            <a:endParaRPr b="1" sz="1400">
              <a:latin typeface="Georgia"/>
              <a:ea typeface="Georgia"/>
              <a:cs typeface="Georgia"/>
              <a:sym typeface="Georgia"/>
            </a:endParaRPr>
          </a:p>
          <a:p>
            <a:pPr indent="0" lvl="0" marL="0" rtl="0" algn="l">
              <a:lnSpc>
                <a:spcPct val="100000"/>
              </a:lnSpc>
              <a:spcBef>
                <a:spcPts val="0"/>
              </a:spcBef>
              <a:spcAft>
                <a:spcPts val="0"/>
              </a:spcAft>
              <a:buSzPts val="3500"/>
              <a:buNone/>
            </a:pPr>
            <a:r>
              <a:t/>
            </a:r>
            <a:endParaRPr sz="1000">
              <a:highlight>
                <a:schemeClr val="lt1"/>
              </a:highlight>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sp>
        <p:nvSpPr>
          <p:cNvPr id="2226" name="Google Shape;2226;p112"/>
          <p:cNvSpPr txBox="1"/>
          <p:nvPr>
            <p:ph idx="3" type="body"/>
          </p:nvPr>
        </p:nvSpPr>
        <p:spPr>
          <a:xfrm>
            <a:off x="1418900" y="2401038"/>
            <a:ext cx="2897700" cy="1953000"/>
          </a:xfrm>
          <a:prstGeom prst="rect">
            <a:avLst/>
          </a:prstGeom>
          <a:noFill/>
          <a:ln>
            <a:noFill/>
          </a:ln>
        </p:spPr>
        <p:txBody>
          <a:bodyPr anchorCtr="0" anchor="t" bIns="91425" lIns="91425" spcFirstLastPara="1" rIns="91425" wrap="square" tIns="91425">
            <a:noAutofit/>
          </a:bodyPr>
          <a:lstStyle/>
          <a:p>
            <a:pPr indent="-180340" lvl="0" marL="182880" rtl="0" algn="l">
              <a:lnSpc>
                <a:spcPct val="100000"/>
              </a:lnSpc>
              <a:spcBef>
                <a:spcPts val="0"/>
              </a:spcBef>
              <a:spcAft>
                <a:spcPts val="0"/>
              </a:spcAft>
              <a:buSzPts val="1400"/>
              <a:buChar char="●"/>
            </a:pPr>
            <a:r>
              <a:rPr lang="en"/>
              <a:t>Integrate ML model for real stress predictions</a:t>
            </a:r>
            <a:endParaRPr/>
          </a:p>
          <a:p>
            <a:pPr indent="-180340" lvl="0" marL="182880" rtl="0" algn="l">
              <a:lnSpc>
                <a:spcPct val="100000"/>
              </a:lnSpc>
              <a:spcBef>
                <a:spcPts val="0"/>
              </a:spcBef>
              <a:spcAft>
                <a:spcPts val="0"/>
              </a:spcAft>
              <a:buSzPts val="1400"/>
              <a:buChar char="●"/>
            </a:pPr>
            <a:r>
              <a:rPr lang="en"/>
              <a:t>Support multiple coffee types with varying caffeine</a:t>
            </a:r>
            <a:endParaRPr/>
          </a:p>
          <a:p>
            <a:pPr indent="-180340" lvl="0" marL="182880" rtl="0" algn="l">
              <a:lnSpc>
                <a:spcPct val="100000"/>
              </a:lnSpc>
              <a:spcBef>
                <a:spcPts val="0"/>
              </a:spcBef>
              <a:spcAft>
                <a:spcPts val="0"/>
              </a:spcAft>
              <a:buSzPts val="1400"/>
              <a:buChar char="●"/>
            </a:pPr>
            <a:r>
              <a:rPr lang="en"/>
              <a:t>Add enhanced character animations</a:t>
            </a:r>
            <a:endParaRPr/>
          </a:p>
          <a:p>
            <a:pPr indent="-180340" lvl="0" marL="182880" rtl="0" algn="l">
              <a:lnSpc>
                <a:spcPct val="100000"/>
              </a:lnSpc>
              <a:spcBef>
                <a:spcPts val="0"/>
              </a:spcBef>
              <a:spcAft>
                <a:spcPts val="0"/>
              </a:spcAft>
              <a:buSzPts val="1400"/>
              <a:buChar char="●"/>
            </a:pPr>
            <a:r>
              <a:rPr lang="en"/>
              <a:t>Extend stress color to arms and hands</a:t>
            </a:r>
            <a:endParaRPr/>
          </a:p>
        </p:txBody>
      </p:sp>
      <p:sp>
        <p:nvSpPr>
          <p:cNvPr id="2227" name="Google Shape;2227;p112"/>
          <p:cNvSpPr txBox="1"/>
          <p:nvPr>
            <p:ph idx="4" type="body"/>
          </p:nvPr>
        </p:nvSpPr>
        <p:spPr>
          <a:xfrm>
            <a:off x="4827400" y="2401038"/>
            <a:ext cx="2897700" cy="1953000"/>
          </a:xfrm>
          <a:prstGeom prst="rect">
            <a:avLst/>
          </a:prstGeom>
          <a:noFill/>
          <a:ln>
            <a:noFill/>
          </a:ln>
        </p:spPr>
        <p:txBody>
          <a:bodyPr anchorCtr="0" anchor="t" bIns="91425" lIns="91425" spcFirstLastPara="1" rIns="91425" wrap="square" tIns="91425">
            <a:noAutofit/>
          </a:bodyPr>
          <a:lstStyle/>
          <a:p>
            <a:pPr indent="-180340" lvl="0" marL="182880" rtl="0" algn="l">
              <a:lnSpc>
                <a:spcPct val="100000"/>
              </a:lnSpc>
              <a:spcBef>
                <a:spcPts val="0"/>
              </a:spcBef>
              <a:spcAft>
                <a:spcPts val="0"/>
              </a:spcAft>
              <a:buSzPts val="1400"/>
              <a:buChar char="●"/>
            </a:pPr>
            <a:r>
              <a:rPr lang="en"/>
              <a:t>Human-centered body silhouette design</a:t>
            </a:r>
            <a:endParaRPr/>
          </a:p>
          <a:p>
            <a:pPr indent="-180340" lvl="0" marL="182880" rtl="0" algn="l">
              <a:lnSpc>
                <a:spcPct val="100000"/>
              </a:lnSpc>
              <a:spcBef>
                <a:spcPts val="0"/>
              </a:spcBef>
              <a:spcAft>
                <a:spcPts val="0"/>
              </a:spcAft>
              <a:buSzPts val="1400"/>
              <a:buChar char="●"/>
            </a:pPr>
            <a:r>
              <a:rPr lang="en"/>
              <a:t>Real-time interactive slider controls</a:t>
            </a:r>
            <a:endParaRPr/>
          </a:p>
          <a:p>
            <a:pPr indent="-180340" lvl="0" marL="182880" rtl="0" algn="l">
              <a:lnSpc>
                <a:spcPct val="100000"/>
              </a:lnSpc>
              <a:spcBef>
                <a:spcPts val="0"/>
              </a:spcBef>
              <a:spcAft>
                <a:spcPts val="0"/>
              </a:spcAft>
              <a:buSzPts val="1400"/>
              <a:buChar char="●"/>
            </a:pPr>
            <a:r>
              <a:rPr lang="en"/>
              <a:t>Country comparison functionality</a:t>
            </a:r>
            <a:endParaRPr/>
          </a:p>
          <a:p>
            <a:pPr indent="-180340" lvl="0" marL="182880" rtl="0" algn="l">
              <a:lnSpc>
                <a:spcPct val="100000"/>
              </a:lnSpc>
              <a:spcBef>
                <a:spcPts val="0"/>
              </a:spcBef>
              <a:spcAft>
                <a:spcPts val="0"/>
              </a:spcAft>
              <a:buSzPts val="1400"/>
              <a:buChar char="●"/>
            </a:pPr>
            <a:r>
              <a:rPr lang="en"/>
              <a:t>Smoker vs non-smoker comparison</a:t>
            </a:r>
            <a:endParaRPr/>
          </a:p>
        </p:txBody>
      </p:sp>
      <p:sp>
        <p:nvSpPr>
          <p:cNvPr id="2228" name="Google Shape;2228;p112"/>
          <p:cNvSpPr txBox="1"/>
          <p:nvPr>
            <p:ph idx="1" type="subTitle"/>
          </p:nvPr>
        </p:nvSpPr>
        <p:spPr>
          <a:xfrm>
            <a:off x="1418900" y="1965900"/>
            <a:ext cx="2897700" cy="522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500"/>
              <a:buNone/>
            </a:pPr>
            <a:r>
              <a:rPr lang="en"/>
              <a:t>Would Add</a:t>
            </a:r>
            <a:endParaRPr/>
          </a:p>
        </p:txBody>
      </p:sp>
      <p:sp>
        <p:nvSpPr>
          <p:cNvPr id="2229" name="Google Shape;2229;p112"/>
          <p:cNvSpPr txBox="1"/>
          <p:nvPr>
            <p:ph idx="2" type="subTitle"/>
          </p:nvPr>
        </p:nvSpPr>
        <p:spPr>
          <a:xfrm>
            <a:off x="4827403" y="1965900"/>
            <a:ext cx="2897700" cy="522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500"/>
              <a:buNone/>
            </a:pPr>
            <a:r>
              <a:rPr lang="en"/>
              <a:t>Would Keep</a:t>
            </a:r>
            <a:endParaRPr/>
          </a:p>
        </p:txBody>
      </p:sp>
      <p:grpSp>
        <p:nvGrpSpPr>
          <p:cNvPr id="2230" name="Google Shape;2230;p112"/>
          <p:cNvGrpSpPr/>
          <p:nvPr/>
        </p:nvGrpSpPr>
        <p:grpSpPr>
          <a:xfrm>
            <a:off x="1486864" y="1470247"/>
            <a:ext cx="491462" cy="491461"/>
            <a:chOff x="1492675" y="4992125"/>
            <a:chExt cx="481825" cy="481825"/>
          </a:xfrm>
        </p:grpSpPr>
        <p:sp>
          <p:nvSpPr>
            <p:cNvPr id="2231" name="Google Shape;2231;p112"/>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232" name="Google Shape;2232;p112"/>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2233" name="Google Shape;2233;p112"/>
          <p:cNvGrpSpPr/>
          <p:nvPr/>
        </p:nvGrpSpPr>
        <p:grpSpPr>
          <a:xfrm>
            <a:off x="4895369" y="1470251"/>
            <a:ext cx="491461" cy="491461"/>
            <a:chOff x="2085525" y="4992125"/>
            <a:chExt cx="481825" cy="481825"/>
          </a:xfrm>
        </p:grpSpPr>
        <p:sp>
          <p:nvSpPr>
            <p:cNvPr id="2234" name="Google Shape;2234;p112"/>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235" name="Google Shape;2235;p112"/>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2236" name="Google Shape;2236;p112"/>
          <p:cNvSpPr/>
          <p:nvPr/>
        </p:nvSpPr>
        <p:spPr>
          <a:xfrm>
            <a:off x="2310125" y="393872"/>
            <a:ext cx="4353600" cy="5091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n" sz="2800" u="none" cap="none" strike="noStrike">
                <a:solidFill>
                  <a:schemeClr val="dk1"/>
                </a:solidFill>
                <a:latin typeface="Georgia"/>
                <a:ea typeface="Georgia"/>
                <a:cs typeface="Georgia"/>
                <a:sym typeface="Georgia"/>
              </a:rPr>
              <a:t>If we had more time…</a:t>
            </a:r>
            <a:endParaRPr b="0" i="0" sz="2800" u="none" cap="none" strike="noStrike">
              <a:solidFill>
                <a:schemeClr val="dk1"/>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0" name="Shape 2240"/>
        <p:cNvGrpSpPr/>
        <p:nvPr/>
      </p:nvGrpSpPr>
      <p:grpSpPr>
        <a:xfrm>
          <a:off x="0" y="0"/>
          <a:ext cx="0" cy="0"/>
          <a:chOff x="0" y="0"/>
          <a:chExt cx="0" cy="0"/>
        </a:xfrm>
      </p:grpSpPr>
      <p:sp>
        <p:nvSpPr>
          <p:cNvPr id="2241" name="Google Shape;2241;p1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Contributions</a:t>
            </a:r>
            <a:endParaRPr/>
          </a:p>
        </p:txBody>
      </p:sp>
      <p:sp>
        <p:nvSpPr>
          <p:cNvPr id="2242" name="Google Shape;2242;p113"/>
          <p:cNvSpPr txBox="1"/>
          <p:nvPr>
            <p:ph idx="3" type="body"/>
          </p:nvPr>
        </p:nvSpPr>
        <p:spPr>
          <a:xfrm>
            <a:off x="1387525" y="1135650"/>
            <a:ext cx="6594300" cy="3560100"/>
          </a:xfrm>
          <a:prstGeom prst="rect">
            <a:avLst/>
          </a:prstGeom>
          <a:ln cap="flat" cmpd="sng" w="3810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lnSpc>
                <a:spcPct val="140000"/>
              </a:lnSpc>
              <a:spcBef>
                <a:spcPts val="0"/>
              </a:spcBef>
              <a:spcAft>
                <a:spcPts val="0"/>
              </a:spcAft>
              <a:buNone/>
            </a:pPr>
            <a:r>
              <a:t/>
            </a:r>
            <a:endParaRPr sz="1250">
              <a:solidFill>
                <a:srgbClr val="F5E6D3"/>
              </a:solidFill>
              <a:latin typeface="Arial"/>
              <a:ea typeface="Arial"/>
              <a:cs typeface="Arial"/>
              <a:sym typeface="Arial"/>
            </a:endParaRPr>
          </a:p>
          <a:p>
            <a:pPr indent="-307975" lvl="0" marL="457200" rtl="0" algn="l">
              <a:lnSpc>
                <a:spcPct val="140000"/>
              </a:lnSpc>
              <a:spcBef>
                <a:spcPts val="0"/>
              </a:spcBef>
              <a:spcAft>
                <a:spcPts val="0"/>
              </a:spcAft>
              <a:buClr>
                <a:srgbClr val="F5E6D3"/>
              </a:buClr>
              <a:buSzPts val="1250"/>
              <a:buFont typeface="Arial"/>
              <a:buChar char="●"/>
            </a:pPr>
            <a:r>
              <a:rPr lang="en" sz="1250">
                <a:solidFill>
                  <a:srgbClr val="F5E6D3"/>
                </a:solidFill>
                <a:latin typeface="Arial"/>
                <a:ea typeface="Arial"/>
                <a:cs typeface="Arial"/>
                <a:sym typeface="Arial"/>
              </a:rPr>
              <a:t>Abhay Naik: Ideation, Hypothesis Visuals, Iteration 2 Design &amp; Development, Usability,  Iteration 3 Design/Updates and Demo Video </a:t>
            </a:r>
            <a:endParaRPr sz="1250">
              <a:solidFill>
                <a:srgbClr val="F5E6D3"/>
              </a:solidFill>
              <a:latin typeface="Arial"/>
              <a:ea typeface="Arial"/>
              <a:cs typeface="Arial"/>
              <a:sym typeface="Arial"/>
            </a:endParaRPr>
          </a:p>
          <a:p>
            <a:pPr indent="0" lvl="0" marL="457200" rtl="0" algn="l">
              <a:lnSpc>
                <a:spcPct val="140000"/>
              </a:lnSpc>
              <a:spcBef>
                <a:spcPts val="0"/>
              </a:spcBef>
              <a:spcAft>
                <a:spcPts val="0"/>
              </a:spcAft>
              <a:buNone/>
            </a:pPr>
            <a:r>
              <a:t/>
            </a:r>
            <a:endParaRPr sz="1250">
              <a:solidFill>
                <a:srgbClr val="F5E6D3"/>
              </a:solidFill>
              <a:latin typeface="Arial"/>
              <a:ea typeface="Arial"/>
              <a:cs typeface="Arial"/>
              <a:sym typeface="Arial"/>
            </a:endParaRPr>
          </a:p>
          <a:p>
            <a:pPr indent="-307975" lvl="0" marL="457200" rtl="0" algn="l">
              <a:lnSpc>
                <a:spcPct val="140000"/>
              </a:lnSpc>
              <a:spcBef>
                <a:spcPts val="0"/>
              </a:spcBef>
              <a:spcAft>
                <a:spcPts val="0"/>
              </a:spcAft>
              <a:buClr>
                <a:srgbClr val="F5E6D3"/>
              </a:buClr>
              <a:buSzPts val="1250"/>
              <a:buFont typeface="Arial"/>
              <a:buChar char="●"/>
            </a:pPr>
            <a:r>
              <a:rPr lang="en" sz="1250">
                <a:solidFill>
                  <a:srgbClr val="F5E6D3"/>
                </a:solidFill>
                <a:latin typeface="Arial"/>
                <a:ea typeface="Arial"/>
                <a:cs typeface="Arial"/>
                <a:sym typeface="Arial"/>
              </a:rPr>
              <a:t>Nichol Flowers: Data Preprocessing, Hypothesis 1 &amp; 2 Analysis + Visualizations, Presentation Design, Usability, Iteration 3 Updates, Site Design &amp; Deployment </a:t>
            </a:r>
            <a:endParaRPr sz="1250">
              <a:solidFill>
                <a:srgbClr val="F5E6D3"/>
              </a:solidFill>
              <a:latin typeface="Arial"/>
              <a:ea typeface="Arial"/>
              <a:cs typeface="Arial"/>
              <a:sym typeface="Arial"/>
            </a:endParaRPr>
          </a:p>
          <a:p>
            <a:pPr indent="0" lvl="0" marL="457200" rtl="0" algn="l">
              <a:lnSpc>
                <a:spcPct val="140000"/>
              </a:lnSpc>
              <a:spcBef>
                <a:spcPts val="0"/>
              </a:spcBef>
              <a:spcAft>
                <a:spcPts val="0"/>
              </a:spcAft>
              <a:buNone/>
            </a:pPr>
            <a:r>
              <a:t/>
            </a:r>
            <a:endParaRPr sz="1250">
              <a:solidFill>
                <a:srgbClr val="F5E6D3"/>
              </a:solidFill>
              <a:latin typeface="Arial"/>
              <a:ea typeface="Arial"/>
              <a:cs typeface="Arial"/>
              <a:sym typeface="Arial"/>
            </a:endParaRPr>
          </a:p>
          <a:p>
            <a:pPr indent="-307975" lvl="0" marL="457200" rtl="0" algn="l">
              <a:lnSpc>
                <a:spcPct val="140000"/>
              </a:lnSpc>
              <a:spcBef>
                <a:spcPts val="0"/>
              </a:spcBef>
              <a:spcAft>
                <a:spcPts val="0"/>
              </a:spcAft>
              <a:buClr>
                <a:srgbClr val="F5E6D3"/>
              </a:buClr>
              <a:buSzPts val="1250"/>
              <a:buFont typeface="Arial"/>
              <a:buChar char="●"/>
            </a:pPr>
            <a:r>
              <a:rPr lang="en" sz="1250">
                <a:solidFill>
                  <a:srgbClr val="F5E6D3"/>
                </a:solidFill>
                <a:latin typeface="Arial"/>
                <a:ea typeface="Arial"/>
                <a:cs typeface="Arial"/>
                <a:sym typeface="Arial"/>
              </a:rPr>
              <a:t>Oleksii Lavrenin: Data Preprocessing, Hypothesis Visualizations, Presentation Design, Usability and Iteration 3 Updates</a:t>
            </a:r>
            <a:endParaRPr sz="1250">
              <a:solidFill>
                <a:srgbClr val="F5E6D3"/>
              </a:solidFill>
              <a:latin typeface="Arial"/>
              <a:ea typeface="Arial"/>
              <a:cs typeface="Arial"/>
              <a:sym typeface="Arial"/>
            </a:endParaRPr>
          </a:p>
          <a:p>
            <a:pPr indent="0" lvl="0" marL="457200" rtl="0" algn="l">
              <a:lnSpc>
                <a:spcPct val="140000"/>
              </a:lnSpc>
              <a:spcBef>
                <a:spcPts val="0"/>
              </a:spcBef>
              <a:spcAft>
                <a:spcPts val="0"/>
              </a:spcAft>
              <a:buNone/>
            </a:pPr>
            <a:r>
              <a:t/>
            </a:r>
            <a:endParaRPr sz="1250">
              <a:solidFill>
                <a:srgbClr val="F5E6D3"/>
              </a:solidFill>
              <a:latin typeface="Arial"/>
              <a:ea typeface="Arial"/>
              <a:cs typeface="Arial"/>
              <a:sym typeface="Arial"/>
            </a:endParaRPr>
          </a:p>
          <a:p>
            <a:pPr indent="-307975" lvl="0" marL="457200" rtl="0" algn="l">
              <a:lnSpc>
                <a:spcPct val="140000"/>
              </a:lnSpc>
              <a:spcBef>
                <a:spcPts val="0"/>
              </a:spcBef>
              <a:spcAft>
                <a:spcPts val="0"/>
              </a:spcAft>
              <a:buClr>
                <a:srgbClr val="F5E6D3"/>
              </a:buClr>
              <a:buSzPts val="1250"/>
              <a:buFont typeface="Arial"/>
              <a:buChar char="●"/>
            </a:pPr>
            <a:r>
              <a:rPr lang="en" sz="1250">
                <a:solidFill>
                  <a:srgbClr val="F5E6D3"/>
                </a:solidFill>
                <a:latin typeface="Arial"/>
                <a:ea typeface="Arial"/>
                <a:cs typeface="Arial"/>
                <a:sym typeface="Arial"/>
              </a:rPr>
              <a:t>Bryan Park: Hypothesis 3 Analysis + Visualizations, Iteration 1 Design &amp; Development, Usability and Iteration 3 updates</a:t>
            </a:r>
            <a:endParaRPr sz="1250">
              <a:solidFill>
                <a:srgbClr val="F5E6D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114"/>
          <p:cNvSpPr txBox="1"/>
          <p:nvPr>
            <p:ph type="title"/>
          </p:nvPr>
        </p:nvSpPr>
        <p:spPr>
          <a:xfrm>
            <a:off x="1754475" y="1627896"/>
            <a:ext cx="5635200" cy="1511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8500"/>
              <a:buNone/>
            </a:pPr>
            <a:r>
              <a:rPr lang="en" sz="4800"/>
              <a:t>Thank You</a:t>
            </a:r>
            <a:endParaRPr sz="4800"/>
          </a:p>
        </p:txBody>
      </p:sp>
      <p:pic>
        <p:nvPicPr>
          <p:cNvPr id="2248" name="Google Shape;2248;p114"/>
          <p:cNvPicPr preferRelativeResize="0"/>
          <p:nvPr/>
        </p:nvPicPr>
        <p:blipFill rotWithShape="1">
          <a:blip r:embed="rId3">
            <a:alphaModFix/>
          </a:blip>
          <a:srcRect b="0" l="0" r="0" t="0"/>
          <a:stretch/>
        </p:blipFill>
        <p:spPr>
          <a:xfrm>
            <a:off x="3625752" y="578908"/>
            <a:ext cx="537311" cy="509121"/>
          </a:xfrm>
          <a:prstGeom prst="rect">
            <a:avLst/>
          </a:prstGeom>
          <a:noFill/>
          <a:ln>
            <a:noFill/>
          </a:ln>
        </p:spPr>
      </p:pic>
      <p:pic>
        <p:nvPicPr>
          <p:cNvPr id="2249" name="Google Shape;2249;p114"/>
          <p:cNvPicPr preferRelativeResize="0"/>
          <p:nvPr/>
        </p:nvPicPr>
        <p:blipFill rotWithShape="1">
          <a:blip r:embed="rId4">
            <a:alphaModFix/>
          </a:blip>
          <a:srcRect b="0" l="0" r="0" t="0"/>
          <a:stretch/>
        </p:blipFill>
        <p:spPr>
          <a:xfrm>
            <a:off x="7432852" y="3710262"/>
            <a:ext cx="638761" cy="435853"/>
          </a:xfrm>
          <a:prstGeom prst="rect">
            <a:avLst/>
          </a:prstGeom>
          <a:noFill/>
          <a:ln>
            <a:noFill/>
          </a:ln>
        </p:spPr>
      </p:pic>
      <p:pic>
        <p:nvPicPr>
          <p:cNvPr id="2250" name="Google Shape;2250;p114"/>
          <p:cNvPicPr preferRelativeResize="0"/>
          <p:nvPr/>
        </p:nvPicPr>
        <p:blipFill rotWithShape="1">
          <a:blip r:embed="rId5">
            <a:alphaModFix/>
          </a:blip>
          <a:srcRect b="0" l="0" r="0" t="0"/>
          <a:stretch/>
        </p:blipFill>
        <p:spPr>
          <a:xfrm>
            <a:off x="6515525" y="738647"/>
            <a:ext cx="673506" cy="614077"/>
          </a:xfrm>
          <a:prstGeom prst="rect">
            <a:avLst/>
          </a:prstGeom>
          <a:noFill/>
          <a:ln>
            <a:noFill/>
          </a:ln>
        </p:spPr>
      </p:pic>
      <p:pic>
        <p:nvPicPr>
          <p:cNvPr id="2251" name="Google Shape;2251;p114"/>
          <p:cNvPicPr preferRelativeResize="0"/>
          <p:nvPr/>
        </p:nvPicPr>
        <p:blipFill rotWithShape="1">
          <a:blip r:embed="rId4">
            <a:alphaModFix/>
          </a:blip>
          <a:srcRect b="0" l="0" r="0" t="0"/>
          <a:stretch/>
        </p:blipFill>
        <p:spPr>
          <a:xfrm>
            <a:off x="5304727" y="2638483"/>
            <a:ext cx="638761" cy="435853"/>
          </a:xfrm>
          <a:prstGeom prst="rect">
            <a:avLst/>
          </a:prstGeom>
          <a:noFill/>
          <a:ln>
            <a:noFill/>
          </a:ln>
        </p:spPr>
      </p:pic>
      <p:pic>
        <p:nvPicPr>
          <p:cNvPr id="2252" name="Google Shape;2252;p114"/>
          <p:cNvPicPr preferRelativeResize="0"/>
          <p:nvPr/>
        </p:nvPicPr>
        <p:blipFill rotWithShape="1">
          <a:blip r:embed="rId4">
            <a:alphaModFix/>
          </a:blip>
          <a:srcRect b="0" l="0" r="0" t="0"/>
          <a:stretch/>
        </p:blipFill>
        <p:spPr>
          <a:xfrm>
            <a:off x="506777" y="2353833"/>
            <a:ext cx="638761" cy="435853"/>
          </a:xfrm>
          <a:prstGeom prst="rect">
            <a:avLst/>
          </a:prstGeom>
          <a:noFill/>
          <a:ln>
            <a:noFill/>
          </a:ln>
        </p:spPr>
      </p:pic>
      <p:sp>
        <p:nvSpPr>
          <p:cNvPr id="2253" name="Google Shape;2253;p114"/>
          <p:cNvSpPr txBox="1"/>
          <p:nvPr>
            <p:ph type="title"/>
          </p:nvPr>
        </p:nvSpPr>
        <p:spPr>
          <a:xfrm>
            <a:off x="2951100" y="4220750"/>
            <a:ext cx="3241800" cy="43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500"/>
              <a:buNone/>
            </a:pPr>
            <a:r>
              <a:rPr b="1" lang="en" sz="1000">
                <a:latin typeface="Georgia"/>
                <a:ea typeface="Georgia"/>
                <a:cs typeface="Georgia"/>
                <a:sym typeface="Georgia"/>
              </a:rPr>
              <a:t>Links:  </a:t>
            </a:r>
            <a:r>
              <a:rPr lang="en" sz="1200">
                <a:latin typeface="Taviraj Medium"/>
                <a:ea typeface="Taviraj Medium"/>
                <a:cs typeface="Taviraj Medium"/>
                <a:sym typeface="Taviraj Medium"/>
              </a:rPr>
              <a:t> </a:t>
            </a:r>
            <a:r>
              <a:rPr b="1" lang="en" sz="1000" u="sng">
                <a:solidFill>
                  <a:schemeClr val="hlink"/>
                </a:solidFill>
                <a:latin typeface="Georgia"/>
                <a:ea typeface="Georgia"/>
                <a:cs typeface="Georgia"/>
                <a:sym typeface="Georgia"/>
                <a:hlinkClick r:id="rId6"/>
              </a:rPr>
              <a:t>Final Demo</a:t>
            </a:r>
            <a:r>
              <a:rPr lang="en" sz="1200">
                <a:latin typeface="Taviraj Medium"/>
                <a:ea typeface="Taviraj Medium"/>
                <a:cs typeface="Taviraj Medium"/>
                <a:sym typeface="Taviraj Medium"/>
              </a:rPr>
              <a:t>| </a:t>
            </a:r>
            <a:r>
              <a:rPr b="1" lang="en" sz="1000" u="sng">
                <a:latin typeface="Georgia"/>
                <a:ea typeface="Georgia"/>
                <a:cs typeface="Georgia"/>
                <a:sym typeface="Georgia"/>
                <a:hlinkClick r:id="rId7"/>
              </a:rPr>
              <a:t>Final Visualization Site</a:t>
            </a:r>
            <a:endParaRPr b="1" sz="1400">
              <a:latin typeface="Georgia"/>
              <a:ea typeface="Georgia"/>
              <a:cs typeface="Georgia"/>
              <a:sym typeface="Georgia"/>
            </a:endParaRPr>
          </a:p>
          <a:p>
            <a:pPr indent="0" lvl="0" marL="0" rtl="0" algn="l">
              <a:lnSpc>
                <a:spcPct val="100000"/>
              </a:lnSpc>
              <a:spcBef>
                <a:spcPts val="0"/>
              </a:spcBef>
              <a:spcAft>
                <a:spcPts val="0"/>
              </a:spcAft>
              <a:buSzPts val="3500"/>
              <a:buNone/>
            </a:pPr>
            <a:r>
              <a:t/>
            </a:r>
            <a:endParaRPr sz="1000">
              <a:highlight>
                <a:schemeClr val="lt1"/>
              </a:highlight>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Caffeine Addiction by Slidesgo">
  <a:themeElements>
    <a:clrScheme name="Simple Light">
      <a:dk1>
        <a:srgbClr val="FFF7F2"/>
      </a:dk1>
      <a:lt1>
        <a:srgbClr val="B97750"/>
      </a:lt1>
      <a:dk2>
        <a:srgbClr val="7E4F32"/>
      </a:dk2>
      <a:lt2>
        <a:srgbClr val="E9D3C6"/>
      </a:lt2>
      <a:accent1>
        <a:srgbClr val="C8955A"/>
      </a:accent1>
      <a:accent2>
        <a:srgbClr val="452A19"/>
      </a:accent2>
      <a:accent3>
        <a:srgbClr val="271409"/>
      </a:accent3>
      <a:accent4>
        <a:srgbClr val="FFFFFF"/>
      </a:accent4>
      <a:accent5>
        <a:srgbClr val="FFFFFF"/>
      </a:accent5>
      <a:accent6>
        <a:srgbClr val="FFFFFF"/>
      </a:accent6>
      <a:hlink>
        <a:srgbClr val="FFF7F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affeine Addiction by Slidesgo">
  <a:themeElements>
    <a:clrScheme name="Simple Light">
      <a:dk1>
        <a:srgbClr val="FFF7F2"/>
      </a:dk1>
      <a:lt1>
        <a:srgbClr val="B97750"/>
      </a:lt1>
      <a:dk2>
        <a:srgbClr val="7E4F32"/>
      </a:dk2>
      <a:lt2>
        <a:srgbClr val="E9D3C6"/>
      </a:lt2>
      <a:accent1>
        <a:srgbClr val="C8955A"/>
      </a:accent1>
      <a:accent2>
        <a:srgbClr val="452A19"/>
      </a:accent2>
      <a:accent3>
        <a:srgbClr val="271409"/>
      </a:accent3>
      <a:accent4>
        <a:srgbClr val="FFFFFF"/>
      </a:accent4>
      <a:accent5>
        <a:srgbClr val="FFFFFF"/>
      </a:accent5>
      <a:accent6>
        <a:srgbClr val="FFFFFF"/>
      </a:accent6>
      <a:hlink>
        <a:srgbClr val="FFF7F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affeine Addiction by Slidesgo">
  <a:themeElements>
    <a:clrScheme name="Simple Light">
      <a:dk1>
        <a:srgbClr val="FFF7F2"/>
      </a:dk1>
      <a:lt1>
        <a:srgbClr val="B97750"/>
      </a:lt1>
      <a:dk2>
        <a:srgbClr val="7E4F32"/>
      </a:dk2>
      <a:lt2>
        <a:srgbClr val="E9D3C6"/>
      </a:lt2>
      <a:accent1>
        <a:srgbClr val="C8955A"/>
      </a:accent1>
      <a:accent2>
        <a:srgbClr val="452A19"/>
      </a:accent2>
      <a:accent3>
        <a:srgbClr val="271409"/>
      </a:accent3>
      <a:accent4>
        <a:srgbClr val="FFFFFF"/>
      </a:accent4>
      <a:accent5>
        <a:srgbClr val="FFFFFF"/>
      </a:accent5>
      <a:accent6>
        <a:srgbClr val="FFFFFF"/>
      </a:accent6>
      <a:hlink>
        <a:srgbClr val="FFF7F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